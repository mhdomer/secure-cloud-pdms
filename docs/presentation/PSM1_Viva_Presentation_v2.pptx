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346" r:id="rId65"/>
    <p:sldId id="347" r:id="rId66"/>
    <p:sldId id="348" r:id="rId67"/>
    <p:sldId id="349" r:id="rId68"/>
    <p:sldId id="350" r:id="rId69"/>
    <p:sldId id="351" r:id="rId70"/>
    <p:sldId id="352" r:id="rId71"/>
    <p:sldId id="353" r:id="rId72"/>
    <p:sldId id="354" r:id="rId73"/>
    <p:sldId id="355" r:id="rId74"/>
    <p:sldId id="356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5F5F5F"/>
    <a:srgbClr val="D9D9D9"/>
    <a:srgbClr val="2C2C2C"/>
    <a:srgbClr val="74121D"/>
    <a:srgbClr val="351F2D"/>
    <a:srgbClr val="5A5A5A"/>
    <a:srgbClr val="D3A76D"/>
    <a:srgbClr val="404040"/>
    <a:srgbClr val="A73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9" autoAdjust="0"/>
    <p:restoredTop sz="92409" autoAdjust="0"/>
  </p:normalViewPr>
  <p:slideViewPr>
    <p:cSldViewPr snapToGrid="0">
      <p:cViewPr>
        <p:scale>
          <a:sx n="51" d="100"/>
          <a:sy n="51" d="100"/>
        </p:scale>
        <p:origin x="42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C0A0B-0DD5-4CD4-9112-161D1F3640A5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F4BD2-F681-4682-A133-A395F45EFB3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68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47A934-3E89-05AD-D5A0-7A5B35BA2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E508D8A1-89F7-FAFD-B2C1-05BE220248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9" y="0"/>
            <a:ext cx="8736520" cy="6858000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F9298E6D-C367-3666-0F68-F1EE2297B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346" y="943365"/>
            <a:ext cx="1963312" cy="664029"/>
          </a:xfrm>
          <a:prstGeom prst="rect">
            <a:avLst/>
          </a:prstGeom>
        </p:spPr>
      </p:pic>
      <p:sp>
        <p:nvSpPr>
          <p:cNvPr id="5" name="Picture Placeholder 58">
            <a:extLst>
              <a:ext uri="{FF2B5EF4-FFF2-40B4-BE49-F238E27FC236}">
                <a16:creationId xmlns:a16="http://schemas.microsoft.com/office/drawing/2014/main" id="{E4A24835-5836-BEDC-49A3-504DF24B1D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3358" y="-16187"/>
            <a:ext cx="5097012" cy="6880967"/>
          </a:xfrm>
          <a:custGeom>
            <a:avLst/>
            <a:gdLst>
              <a:gd name="connsiteX0" fmla="*/ 0 w 7679193"/>
              <a:gd name="connsiteY0" fmla="*/ 3502541 h 7005082"/>
              <a:gd name="connsiteX1" fmla="*/ 1751271 w 7679193"/>
              <a:gd name="connsiteY1" fmla="*/ 2 h 7005082"/>
              <a:gd name="connsiteX2" fmla="*/ 5927923 w 7679193"/>
              <a:gd name="connsiteY2" fmla="*/ 2 h 7005082"/>
              <a:gd name="connsiteX3" fmla="*/ 7679193 w 7679193"/>
              <a:gd name="connsiteY3" fmla="*/ 3502541 h 7005082"/>
              <a:gd name="connsiteX4" fmla="*/ 5927923 w 7679193"/>
              <a:gd name="connsiteY4" fmla="*/ 7005080 h 7005082"/>
              <a:gd name="connsiteX5" fmla="*/ 1751271 w 7679193"/>
              <a:gd name="connsiteY5" fmla="*/ 7005080 h 7005082"/>
              <a:gd name="connsiteX6" fmla="*/ 0 w 7679193"/>
              <a:gd name="connsiteY6" fmla="*/ 3502541 h 7005082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37969 w 7679193"/>
              <a:gd name="connsiteY2" fmla="*/ 106878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37969 w 7679193"/>
              <a:gd name="connsiteY2" fmla="*/ 106878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502539 h 7005078"/>
              <a:gd name="connsiteX1" fmla="*/ 1751271 w 7679193"/>
              <a:gd name="connsiteY1" fmla="*/ 0 h 7005078"/>
              <a:gd name="connsiteX2" fmla="*/ 7661719 w 7679193"/>
              <a:gd name="connsiteY2" fmla="*/ 23750 h 7005078"/>
              <a:gd name="connsiteX3" fmla="*/ 7679193 w 7679193"/>
              <a:gd name="connsiteY3" fmla="*/ 3502539 h 7005078"/>
              <a:gd name="connsiteX4" fmla="*/ 5927923 w 7679193"/>
              <a:gd name="connsiteY4" fmla="*/ 7005078 h 7005078"/>
              <a:gd name="connsiteX5" fmla="*/ 1751271 w 7679193"/>
              <a:gd name="connsiteY5" fmla="*/ 7005078 h 7005078"/>
              <a:gd name="connsiteX6" fmla="*/ 0 w 7679193"/>
              <a:gd name="connsiteY6" fmla="*/ 3502539 h 7005078"/>
              <a:gd name="connsiteX0" fmla="*/ 0 w 7679193"/>
              <a:gd name="connsiteY0" fmla="*/ 3490663 h 6993202"/>
              <a:gd name="connsiteX1" fmla="*/ 4221339 w 7679193"/>
              <a:gd name="connsiteY1" fmla="*/ 0 h 6993202"/>
              <a:gd name="connsiteX2" fmla="*/ 7661719 w 7679193"/>
              <a:gd name="connsiteY2" fmla="*/ 11874 h 6993202"/>
              <a:gd name="connsiteX3" fmla="*/ 7679193 w 7679193"/>
              <a:gd name="connsiteY3" fmla="*/ 3490663 h 6993202"/>
              <a:gd name="connsiteX4" fmla="*/ 5927923 w 7679193"/>
              <a:gd name="connsiteY4" fmla="*/ 6993202 h 6993202"/>
              <a:gd name="connsiteX5" fmla="*/ 1751271 w 7679193"/>
              <a:gd name="connsiteY5" fmla="*/ 6993202 h 6993202"/>
              <a:gd name="connsiteX6" fmla="*/ 0 w 7679193"/>
              <a:gd name="connsiteY6" fmla="*/ 3490663 h 6993202"/>
              <a:gd name="connsiteX0" fmla="*/ 0 w 7679193"/>
              <a:gd name="connsiteY0" fmla="*/ 3478789 h 6981328"/>
              <a:gd name="connsiteX1" fmla="*/ 4236579 w 7679193"/>
              <a:gd name="connsiteY1" fmla="*/ 3366 h 6981328"/>
              <a:gd name="connsiteX2" fmla="*/ 7661719 w 7679193"/>
              <a:gd name="connsiteY2" fmla="*/ 0 h 6981328"/>
              <a:gd name="connsiteX3" fmla="*/ 7679193 w 7679193"/>
              <a:gd name="connsiteY3" fmla="*/ 3478789 h 6981328"/>
              <a:gd name="connsiteX4" fmla="*/ 5927923 w 7679193"/>
              <a:gd name="connsiteY4" fmla="*/ 6981328 h 6981328"/>
              <a:gd name="connsiteX5" fmla="*/ 1751271 w 7679193"/>
              <a:gd name="connsiteY5" fmla="*/ 6981328 h 6981328"/>
              <a:gd name="connsiteX6" fmla="*/ 0 w 7679193"/>
              <a:gd name="connsiteY6" fmla="*/ 3478789 h 6981328"/>
              <a:gd name="connsiteX0" fmla="*/ 1898709 w 5927922"/>
              <a:gd name="connsiteY0" fmla="*/ 1794769 h 6981328"/>
              <a:gd name="connsiteX1" fmla="*/ 248530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4720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7006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3478789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27922"/>
              <a:gd name="connsiteY0" fmla="*/ 1794769 h 6981328"/>
              <a:gd name="connsiteX1" fmla="*/ 2470068 w 5927922"/>
              <a:gd name="connsiteY1" fmla="*/ 3366 h 6981328"/>
              <a:gd name="connsiteX2" fmla="*/ 5910448 w 5927922"/>
              <a:gd name="connsiteY2" fmla="*/ 0 h 6981328"/>
              <a:gd name="connsiteX3" fmla="*/ 5927922 w 5927922"/>
              <a:gd name="connsiteY3" fmla="*/ 6891062 h 6981328"/>
              <a:gd name="connsiteX4" fmla="*/ 4176652 w 5927922"/>
              <a:gd name="connsiteY4" fmla="*/ 6981328 h 6981328"/>
              <a:gd name="connsiteX5" fmla="*/ 0 w 5927922"/>
              <a:gd name="connsiteY5" fmla="*/ 6981328 h 6981328"/>
              <a:gd name="connsiteX6" fmla="*/ 1898709 w 5927922"/>
              <a:gd name="connsiteY6" fmla="*/ 1794769 h 6981328"/>
              <a:gd name="connsiteX0" fmla="*/ 1898709 w 5916771"/>
              <a:gd name="connsiteY0" fmla="*/ 1794769 h 6981328"/>
              <a:gd name="connsiteX1" fmla="*/ 2470068 w 5916771"/>
              <a:gd name="connsiteY1" fmla="*/ 3366 h 6981328"/>
              <a:gd name="connsiteX2" fmla="*/ 5910448 w 5916771"/>
              <a:gd name="connsiteY2" fmla="*/ 0 h 6981328"/>
              <a:gd name="connsiteX3" fmla="*/ 5916771 w 5916771"/>
              <a:gd name="connsiteY3" fmla="*/ 6902214 h 6981328"/>
              <a:gd name="connsiteX4" fmla="*/ 4176652 w 5916771"/>
              <a:gd name="connsiteY4" fmla="*/ 6981328 h 6981328"/>
              <a:gd name="connsiteX5" fmla="*/ 0 w 5916771"/>
              <a:gd name="connsiteY5" fmla="*/ 6981328 h 6981328"/>
              <a:gd name="connsiteX6" fmla="*/ 1898709 w 5916771"/>
              <a:gd name="connsiteY6" fmla="*/ 1794769 h 6981328"/>
              <a:gd name="connsiteX0" fmla="*/ 1898709 w 5916771"/>
              <a:gd name="connsiteY0" fmla="*/ 1794769 h 6981328"/>
              <a:gd name="connsiteX1" fmla="*/ 2470068 w 5916771"/>
              <a:gd name="connsiteY1" fmla="*/ 3366 h 6981328"/>
              <a:gd name="connsiteX2" fmla="*/ 5910448 w 5916771"/>
              <a:gd name="connsiteY2" fmla="*/ 0 h 6981328"/>
              <a:gd name="connsiteX3" fmla="*/ 5916771 w 5916771"/>
              <a:gd name="connsiteY3" fmla="*/ 6902214 h 6981328"/>
              <a:gd name="connsiteX4" fmla="*/ 730925 w 5916771"/>
              <a:gd name="connsiteY4" fmla="*/ 6892118 h 6981328"/>
              <a:gd name="connsiteX5" fmla="*/ 0 w 5916771"/>
              <a:gd name="connsiteY5" fmla="*/ 6981328 h 6981328"/>
              <a:gd name="connsiteX6" fmla="*/ 1898709 w 5916771"/>
              <a:gd name="connsiteY6" fmla="*/ 1794769 h 6981328"/>
              <a:gd name="connsiteX0" fmla="*/ 1167784 w 5185846"/>
              <a:gd name="connsiteY0" fmla="*/ 1794769 h 6902214"/>
              <a:gd name="connsiteX1" fmla="*/ 1739143 w 5185846"/>
              <a:gd name="connsiteY1" fmla="*/ 3366 h 6902214"/>
              <a:gd name="connsiteX2" fmla="*/ 5179523 w 5185846"/>
              <a:gd name="connsiteY2" fmla="*/ 0 h 6902214"/>
              <a:gd name="connsiteX3" fmla="*/ 5185846 w 5185846"/>
              <a:gd name="connsiteY3" fmla="*/ 6902214 h 6902214"/>
              <a:gd name="connsiteX4" fmla="*/ 0 w 5185846"/>
              <a:gd name="connsiteY4" fmla="*/ 6892118 h 6902214"/>
              <a:gd name="connsiteX5" fmla="*/ 1700041 w 5185846"/>
              <a:gd name="connsiteY5" fmla="*/ 1818313 h 6902214"/>
              <a:gd name="connsiteX6" fmla="*/ 1167784 w 5185846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44285 w 5130090"/>
              <a:gd name="connsiteY5" fmla="*/ 1818313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08843 w 5130090"/>
              <a:gd name="connsiteY5" fmla="*/ 1789960 h 6902214"/>
              <a:gd name="connsiteX6" fmla="*/ 1112028 w 5130090"/>
              <a:gd name="connsiteY6" fmla="*/ 1794769 h 6902214"/>
              <a:gd name="connsiteX0" fmla="*/ 1112028 w 5130090"/>
              <a:gd name="connsiteY0" fmla="*/ 1794769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112028 w 5130090"/>
              <a:gd name="connsiteY6" fmla="*/ 1794769 h 6902214"/>
              <a:gd name="connsiteX0" fmla="*/ 1097851 w 5130090"/>
              <a:gd name="connsiteY0" fmla="*/ 1808946 h 6902214"/>
              <a:gd name="connsiteX1" fmla="*/ 1683387 w 5130090"/>
              <a:gd name="connsiteY1" fmla="*/ 3366 h 6902214"/>
              <a:gd name="connsiteX2" fmla="*/ 5123767 w 5130090"/>
              <a:gd name="connsiteY2" fmla="*/ 0 h 6902214"/>
              <a:gd name="connsiteX3" fmla="*/ 5130090 w 5130090"/>
              <a:gd name="connsiteY3" fmla="*/ 6902214 h 6902214"/>
              <a:gd name="connsiteX4" fmla="*/ 0 w 5130090"/>
              <a:gd name="connsiteY4" fmla="*/ 6880967 h 6902214"/>
              <a:gd name="connsiteX5" fmla="*/ 1623020 w 5130090"/>
              <a:gd name="connsiteY5" fmla="*/ 1811225 h 6902214"/>
              <a:gd name="connsiteX6" fmla="*/ 1097851 w 5130090"/>
              <a:gd name="connsiteY6" fmla="*/ 1808946 h 6902214"/>
              <a:gd name="connsiteX0" fmla="*/ 1069498 w 5101737"/>
              <a:gd name="connsiteY0" fmla="*/ 1808946 h 6902214"/>
              <a:gd name="connsiteX1" fmla="*/ 1655034 w 5101737"/>
              <a:gd name="connsiteY1" fmla="*/ 3366 h 6902214"/>
              <a:gd name="connsiteX2" fmla="*/ 5095414 w 5101737"/>
              <a:gd name="connsiteY2" fmla="*/ 0 h 6902214"/>
              <a:gd name="connsiteX3" fmla="*/ 5101737 w 5101737"/>
              <a:gd name="connsiteY3" fmla="*/ 6902214 h 6902214"/>
              <a:gd name="connsiteX4" fmla="*/ 0 w 5101737"/>
              <a:gd name="connsiteY4" fmla="*/ 6880967 h 6902214"/>
              <a:gd name="connsiteX5" fmla="*/ 1594667 w 5101737"/>
              <a:gd name="connsiteY5" fmla="*/ 1811225 h 6902214"/>
              <a:gd name="connsiteX6" fmla="*/ 1069498 w 5101737"/>
              <a:gd name="connsiteY6" fmla="*/ 1808946 h 6902214"/>
              <a:gd name="connsiteX0" fmla="*/ 1069498 w 5101737"/>
              <a:gd name="connsiteY0" fmla="*/ 1808946 h 6895125"/>
              <a:gd name="connsiteX1" fmla="*/ 1655034 w 5101737"/>
              <a:gd name="connsiteY1" fmla="*/ 3366 h 6895125"/>
              <a:gd name="connsiteX2" fmla="*/ 5095414 w 5101737"/>
              <a:gd name="connsiteY2" fmla="*/ 0 h 6895125"/>
              <a:gd name="connsiteX3" fmla="*/ 5101737 w 5101737"/>
              <a:gd name="connsiteY3" fmla="*/ 6895125 h 6895125"/>
              <a:gd name="connsiteX4" fmla="*/ 0 w 5101737"/>
              <a:gd name="connsiteY4" fmla="*/ 6880967 h 6895125"/>
              <a:gd name="connsiteX5" fmla="*/ 1594667 w 5101737"/>
              <a:gd name="connsiteY5" fmla="*/ 1811225 h 6895125"/>
              <a:gd name="connsiteX6" fmla="*/ 1069498 w 5101737"/>
              <a:gd name="connsiteY6" fmla="*/ 1808946 h 6895125"/>
              <a:gd name="connsiteX0" fmla="*/ 1069498 w 5097012"/>
              <a:gd name="connsiteY0" fmla="*/ 1808946 h 6880967"/>
              <a:gd name="connsiteX1" fmla="*/ 1655034 w 5097012"/>
              <a:gd name="connsiteY1" fmla="*/ 3366 h 6880967"/>
              <a:gd name="connsiteX2" fmla="*/ 5095414 w 5097012"/>
              <a:gd name="connsiteY2" fmla="*/ 0 h 6880967"/>
              <a:gd name="connsiteX3" fmla="*/ 5094649 w 5097012"/>
              <a:gd name="connsiteY3" fmla="*/ 6880948 h 6880967"/>
              <a:gd name="connsiteX4" fmla="*/ 0 w 5097012"/>
              <a:gd name="connsiteY4" fmla="*/ 6880967 h 6880967"/>
              <a:gd name="connsiteX5" fmla="*/ 1594667 w 5097012"/>
              <a:gd name="connsiteY5" fmla="*/ 1811225 h 6880967"/>
              <a:gd name="connsiteX6" fmla="*/ 1069498 w 5097012"/>
              <a:gd name="connsiteY6" fmla="*/ 1808946 h 6880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97012" h="6880967">
                <a:moveTo>
                  <a:pt x="1069498" y="1808946"/>
                </a:moveTo>
                <a:lnTo>
                  <a:pt x="1655034" y="3366"/>
                </a:lnTo>
                <a:lnTo>
                  <a:pt x="5095414" y="0"/>
                </a:lnTo>
                <a:cubicBezTo>
                  <a:pt x="5101239" y="1159596"/>
                  <a:pt x="5088824" y="5721352"/>
                  <a:pt x="5094649" y="6880948"/>
                </a:cubicBezTo>
                <a:lnTo>
                  <a:pt x="0" y="6880967"/>
                </a:lnTo>
                <a:lnTo>
                  <a:pt x="1594667" y="1811225"/>
                </a:lnTo>
                <a:lnTo>
                  <a:pt x="1069498" y="1808946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3221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DAC918-69A7-1F81-9143-C4470BEA45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2000">
                <a:schemeClr val="bg1"/>
              </a:gs>
              <a:gs pos="82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6000000" scaled="0"/>
          </a:gradFill>
          <a:ln w="7158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MY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24F89DFC-6C4C-1B65-FADE-ED74049BFD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27052" y="-39938"/>
            <a:ext cx="7679193" cy="7005082"/>
          </a:xfrm>
          <a:custGeom>
            <a:avLst/>
            <a:gdLst>
              <a:gd name="connsiteX0" fmla="*/ 7 w 6342063"/>
              <a:gd name="connsiteY0" fmla="*/ 2636495 h 6902450"/>
              <a:gd name="connsiteX1" fmla="*/ 3171032 w 6342063"/>
              <a:gd name="connsiteY1" fmla="*/ 0 h 6902450"/>
              <a:gd name="connsiteX2" fmla="*/ 6342056 w 6342063"/>
              <a:gd name="connsiteY2" fmla="*/ 2636495 h 6902450"/>
              <a:gd name="connsiteX3" fmla="*/ 5130833 w 6342063"/>
              <a:gd name="connsiteY3" fmla="*/ 6902432 h 6902450"/>
              <a:gd name="connsiteX4" fmla="*/ 1211230 w 6342063"/>
              <a:gd name="connsiteY4" fmla="*/ 6902432 h 6902450"/>
              <a:gd name="connsiteX5" fmla="*/ 7 w 6342063"/>
              <a:gd name="connsiteY5" fmla="*/ 2636495 h 6902450"/>
              <a:gd name="connsiteX0" fmla="*/ 930398 w 7272447"/>
              <a:gd name="connsiteY0" fmla="*/ 2636495 h 6902432"/>
              <a:gd name="connsiteX1" fmla="*/ 4101423 w 7272447"/>
              <a:gd name="connsiteY1" fmla="*/ 0 h 6902432"/>
              <a:gd name="connsiteX2" fmla="*/ 7272447 w 7272447"/>
              <a:gd name="connsiteY2" fmla="*/ 2636495 h 6902432"/>
              <a:gd name="connsiteX3" fmla="*/ 6061224 w 7272447"/>
              <a:gd name="connsiteY3" fmla="*/ 6902432 h 6902432"/>
              <a:gd name="connsiteX4" fmla="*/ 0 w 7272447"/>
              <a:gd name="connsiteY4" fmla="*/ 6866337 h 6902432"/>
              <a:gd name="connsiteX5" fmla="*/ 930398 w 7272447"/>
              <a:gd name="connsiteY5" fmla="*/ 2636495 h 6902432"/>
              <a:gd name="connsiteX0" fmla="*/ 3637504 w 7272447"/>
              <a:gd name="connsiteY0" fmla="*/ 25642 h 6902432"/>
              <a:gd name="connsiteX1" fmla="*/ 4101423 w 7272447"/>
              <a:gd name="connsiteY1" fmla="*/ 0 h 6902432"/>
              <a:gd name="connsiteX2" fmla="*/ 7272447 w 7272447"/>
              <a:gd name="connsiteY2" fmla="*/ 2636495 h 6902432"/>
              <a:gd name="connsiteX3" fmla="*/ 6061224 w 7272447"/>
              <a:gd name="connsiteY3" fmla="*/ 6902432 h 6902432"/>
              <a:gd name="connsiteX4" fmla="*/ 0 w 7272447"/>
              <a:gd name="connsiteY4" fmla="*/ 6866337 h 6902432"/>
              <a:gd name="connsiteX5" fmla="*/ 3637504 w 7272447"/>
              <a:gd name="connsiteY5" fmla="*/ 25642 h 6902432"/>
              <a:gd name="connsiteX0" fmla="*/ 4022514 w 7657457"/>
              <a:gd name="connsiteY0" fmla="*/ 25642 h 6902432"/>
              <a:gd name="connsiteX1" fmla="*/ 4486433 w 7657457"/>
              <a:gd name="connsiteY1" fmla="*/ 0 h 6902432"/>
              <a:gd name="connsiteX2" fmla="*/ 7657457 w 7657457"/>
              <a:gd name="connsiteY2" fmla="*/ 2636495 h 6902432"/>
              <a:gd name="connsiteX3" fmla="*/ 6446234 w 7657457"/>
              <a:gd name="connsiteY3" fmla="*/ 6902432 h 6902432"/>
              <a:gd name="connsiteX4" fmla="*/ 0 w 7657457"/>
              <a:gd name="connsiteY4" fmla="*/ 6878369 h 6902432"/>
              <a:gd name="connsiteX5" fmla="*/ 4022514 w 7657457"/>
              <a:gd name="connsiteY5" fmla="*/ 25642 h 6902432"/>
              <a:gd name="connsiteX0" fmla="*/ 3842040 w 7657457"/>
              <a:gd name="connsiteY0" fmla="*/ 0 h 6924916"/>
              <a:gd name="connsiteX1" fmla="*/ 4486433 w 7657457"/>
              <a:gd name="connsiteY1" fmla="*/ 22484 h 6924916"/>
              <a:gd name="connsiteX2" fmla="*/ 7657457 w 7657457"/>
              <a:gd name="connsiteY2" fmla="*/ 2658979 h 6924916"/>
              <a:gd name="connsiteX3" fmla="*/ 6446234 w 7657457"/>
              <a:gd name="connsiteY3" fmla="*/ 6924916 h 6924916"/>
              <a:gd name="connsiteX4" fmla="*/ 0 w 7657457"/>
              <a:gd name="connsiteY4" fmla="*/ 6900853 h 6924916"/>
              <a:gd name="connsiteX5" fmla="*/ 3842040 w 7657457"/>
              <a:gd name="connsiteY5" fmla="*/ 0 h 6924916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657457 w 7759022"/>
              <a:gd name="connsiteY2" fmla="*/ 2660558 h 6926495"/>
              <a:gd name="connsiteX3" fmla="*/ 6446234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177916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177916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77773"/>
              <a:gd name="connsiteY0" fmla="*/ 1579 h 6926495"/>
              <a:gd name="connsiteX1" fmla="*/ 7759022 w 7777773"/>
              <a:gd name="connsiteY1" fmla="*/ 0 h 6926495"/>
              <a:gd name="connsiteX2" fmla="*/ 7777773 w 7777773"/>
              <a:gd name="connsiteY2" fmla="*/ 3335232 h 6926495"/>
              <a:gd name="connsiteX3" fmla="*/ 6446234 w 7777773"/>
              <a:gd name="connsiteY3" fmla="*/ 6926495 h 6926495"/>
              <a:gd name="connsiteX4" fmla="*/ 0 w 7777773"/>
              <a:gd name="connsiteY4" fmla="*/ 6902432 h 6926495"/>
              <a:gd name="connsiteX5" fmla="*/ 3842040 w 7777773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3276239 h 6926495"/>
              <a:gd name="connsiteX3" fmla="*/ 6446234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3276239 h 6926495"/>
              <a:gd name="connsiteX3" fmla="*/ 6303015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26495"/>
              <a:gd name="connsiteX1" fmla="*/ 7759022 w 7759022"/>
              <a:gd name="connsiteY1" fmla="*/ 0 h 6926495"/>
              <a:gd name="connsiteX2" fmla="*/ 7758109 w 7759022"/>
              <a:gd name="connsiteY2" fmla="*/ 4333859 h 6926495"/>
              <a:gd name="connsiteX3" fmla="*/ 6303015 w 7759022"/>
              <a:gd name="connsiteY3" fmla="*/ 6926495 h 6926495"/>
              <a:gd name="connsiteX4" fmla="*/ 0 w 7759022"/>
              <a:gd name="connsiteY4" fmla="*/ 6902432 h 6926495"/>
              <a:gd name="connsiteX5" fmla="*/ 3842040 w 7759022"/>
              <a:gd name="connsiteY5" fmla="*/ 1579 h 6926495"/>
              <a:gd name="connsiteX0" fmla="*/ 3842040 w 7759022"/>
              <a:gd name="connsiteY0" fmla="*/ 1579 h 6959545"/>
              <a:gd name="connsiteX1" fmla="*/ 7759022 w 7759022"/>
              <a:gd name="connsiteY1" fmla="*/ 0 h 6959545"/>
              <a:gd name="connsiteX2" fmla="*/ 7758109 w 7759022"/>
              <a:gd name="connsiteY2" fmla="*/ 4333859 h 6959545"/>
              <a:gd name="connsiteX3" fmla="*/ 6258948 w 7759022"/>
              <a:gd name="connsiteY3" fmla="*/ 6959545 h 6959545"/>
              <a:gd name="connsiteX4" fmla="*/ 0 w 7759022"/>
              <a:gd name="connsiteY4" fmla="*/ 6902432 h 6959545"/>
              <a:gd name="connsiteX5" fmla="*/ 3842040 w 7759022"/>
              <a:gd name="connsiteY5" fmla="*/ 1579 h 6959545"/>
              <a:gd name="connsiteX0" fmla="*/ 3842040 w 7759022"/>
              <a:gd name="connsiteY0" fmla="*/ 1579 h 6990567"/>
              <a:gd name="connsiteX1" fmla="*/ 7759022 w 7759022"/>
              <a:gd name="connsiteY1" fmla="*/ 0 h 6990567"/>
              <a:gd name="connsiteX2" fmla="*/ 7758109 w 7759022"/>
              <a:gd name="connsiteY2" fmla="*/ 4333859 h 6990567"/>
              <a:gd name="connsiteX3" fmla="*/ 6258948 w 7759022"/>
              <a:gd name="connsiteY3" fmla="*/ 6959545 h 6990567"/>
              <a:gd name="connsiteX4" fmla="*/ 0 w 7759022"/>
              <a:gd name="connsiteY4" fmla="*/ 6990567 h 6990567"/>
              <a:gd name="connsiteX5" fmla="*/ 3842040 w 7759022"/>
              <a:gd name="connsiteY5" fmla="*/ 1579 h 6990567"/>
              <a:gd name="connsiteX0" fmla="*/ 4125068 w 7759022"/>
              <a:gd name="connsiteY0" fmla="*/ 1579 h 6990567"/>
              <a:gd name="connsiteX1" fmla="*/ 7759022 w 7759022"/>
              <a:gd name="connsiteY1" fmla="*/ 0 h 6990567"/>
              <a:gd name="connsiteX2" fmla="*/ 7758109 w 7759022"/>
              <a:gd name="connsiteY2" fmla="*/ 4333859 h 6990567"/>
              <a:gd name="connsiteX3" fmla="*/ 6258948 w 7759022"/>
              <a:gd name="connsiteY3" fmla="*/ 6959545 h 6990567"/>
              <a:gd name="connsiteX4" fmla="*/ 0 w 7759022"/>
              <a:gd name="connsiteY4" fmla="*/ 6990567 h 6990567"/>
              <a:gd name="connsiteX5" fmla="*/ 4125068 w 7759022"/>
              <a:gd name="connsiteY5" fmla="*/ 1579 h 6990567"/>
              <a:gd name="connsiteX0" fmla="*/ 4023468 w 7657422"/>
              <a:gd name="connsiteY0" fmla="*/ 1579 h 6959545"/>
              <a:gd name="connsiteX1" fmla="*/ 7657422 w 7657422"/>
              <a:gd name="connsiteY1" fmla="*/ 0 h 6959545"/>
              <a:gd name="connsiteX2" fmla="*/ 7656509 w 7657422"/>
              <a:gd name="connsiteY2" fmla="*/ 4333859 h 6959545"/>
              <a:gd name="connsiteX3" fmla="*/ 6157348 w 7657422"/>
              <a:gd name="connsiteY3" fmla="*/ 6959545 h 6959545"/>
              <a:gd name="connsiteX4" fmla="*/ 0 w 7657422"/>
              <a:gd name="connsiteY4" fmla="*/ 6939767 h 6959545"/>
              <a:gd name="connsiteX5" fmla="*/ 4023468 w 7657422"/>
              <a:gd name="connsiteY5" fmla="*/ 1579 h 6959545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6179119 w 7679193"/>
              <a:gd name="connsiteY3" fmla="*/ 6959545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5707404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78280 w 7679193"/>
              <a:gd name="connsiteY2" fmla="*/ 4333859 h 7005082"/>
              <a:gd name="connsiteX3" fmla="*/ 5801747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  <a:gd name="connsiteX0" fmla="*/ 4045239 w 7679193"/>
              <a:gd name="connsiteY0" fmla="*/ 1579 h 7005082"/>
              <a:gd name="connsiteX1" fmla="*/ 7679193 w 7679193"/>
              <a:gd name="connsiteY1" fmla="*/ 0 h 7005082"/>
              <a:gd name="connsiteX2" fmla="*/ 7663766 w 7679193"/>
              <a:gd name="connsiteY2" fmla="*/ 3804087 h 7005082"/>
              <a:gd name="connsiteX3" fmla="*/ 5801747 w 7679193"/>
              <a:gd name="connsiteY3" fmla="*/ 6988573 h 7005082"/>
              <a:gd name="connsiteX4" fmla="*/ 0 w 7679193"/>
              <a:gd name="connsiteY4" fmla="*/ 7005082 h 7005082"/>
              <a:gd name="connsiteX5" fmla="*/ 4045239 w 7679193"/>
              <a:gd name="connsiteY5" fmla="*/ 1579 h 7005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9193" h="7005082">
                <a:moveTo>
                  <a:pt x="4045239" y="1579"/>
                </a:moveTo>
                <a:lnTo>
                  <a:pt x="7679193" y="0"/>
                </a:lnTo>
                <a:cubicBezTo>
                  <a:pt x="7678889" y="1092080"/>
                  <a:pt x="7664070" y="2712007"/>
                  <a:pt x="7663766" y="3804087"/>
                </a:cubicBezTo>
                <a:lnTo>
                  <a:pt x="5801747" y="6988573"/>
                </a:lnTo>
                <a:lnTo>
                  <a:pt x="0" y="7005082"/>
                </a:lnTo>
                <a:lnTo>
                  <a:pt x="4045239" y="1579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A67EEDB7-4D0A-A800-DE28-0C4984B110CA}"/>
              </a:ext>
            </a:extLst>
          </p:cNvPr>
          <p:cNvSpPr>
            <a:spLocks/>
          </p:cNvSpPr>
          <p:nvPr userDrawn="1"/>
        </p:nvSpPr>
        <p:spPr bwMode="auto">
          <a:xfrm>
            <a:off x="876629" y="-15775"/>
            <a:ext cx="7686809" cy="6857999"/>
          </a:xfrm>
          <a:custGeom>
            <a:avLst/>
            <a:gdLst>
              <a:gd name="T0" fmla="*/ 0 w 956"/>
              <a:gd name="T1" fmla="*/ 513 h 801"/>
              <a:gd name="T2" fmla="*/ 0 w 956"/>
              <a:gd name="T3" fmla="*/ 801 h 801"/>
              <a:gd name="T4" fmla="*/ 495 w 956"/>
              <a:gd name="T5" fmla="*/ 801 h 801"/>
              <a:gd name="T6" fmla="*/ 956 w 956"/>
              <a:gd name="T7" fmla="*/ 0 h 801"/>
              <a:gd name="T8" fmla="*/ 290 w 956"/>
              <a:gd name="T9" fmla="*/ 0 h 801"/>
              <a:gd name="T10" fmla="*/ 0 w 956"/>
              <a:gd name="T11" fmla="*/ 513 h 801"/>
              <a:gd name="connsiteX0" fmla="*/ 0 w 10000"/>
              <a:gd name="connsiteY0" fmla="*/ 6404 h 10000"/>
              <a:gd name="connsiteX1" fmla="*/ 0 w 10000"/>
              <a:gd name="connsiteY1" fmla="*/ 10000 h 10000"/>
              <a:gd name="connsiteX2" fmla="*/ 4844 w 10000"/>
              <a:gd name="connsiteY2" fmla="*/ 10000 h 10000"/>
              <a:gd name="connsiteX3" fmla="*/ 10000 w 10000"/>
              <a:gd name="connsiteY3" fmla="*/ 0 h 10000"/>
              <a:gd name="connsiteX4" fmla="*/ 3033 w 10000"/>
              <a:gd name="connsiteY4" fmla="*/ 0 h 10000"/>
              <a:gd name="connsiteX5" fmla="*/ 0 w 10000"/>
              <a:gd name="connsiteY5" fmla="*/ 6404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5000">
                <a:srgbClr val="2C2C2C"/>
              </a:gs>
              <a:gs pos="62000">
                <a:schemeClr val="tx2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60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33CB460A-39A9-54F6-0195-13B362A33766}"/>
              </a:ext>
            </a:extLst>
          </p:cNvPr>
          <p:cNvSpPr>
            <a:spLocks/>
          </p:cNvSpPr>
          <p:nvPr userDrawn="1"/>
        </p:nvSpPr>
        <p:spPr bwMode="auto">
          <a:xfrm>
            <a:off x="-32223" y="-14401"/>
            <a:ext cx="8108976" cy="6902576"/>
          </a:xfrm>
          <a:custGeom>
            <a:avLst/>
            <a:gdLst>
              <a:gd name="T0" fmla="*/ 0 w 722"/>
              <a:gd name="T1" fmla="*/ 0 h 796"/>
              <a:gd name="T2" fmla="*/ 722 w 722"/>
              <a:gd name="T3" fmla="*/ 0 h 796"/>
              <a:gd name="T4" fmla="*/ 273 w 722"/>
              <a:gd name="T5" fmla="*/ 796 h 796"/>
              <a:gd name="T6" fmla="*/ 0 w 722"/>
              <a:gd name="T7" fmla="*/ 796 h 796"/>
              <a:gd name="T8" fmla="*/ 0 w 722"/>
              <a:gd name="T9" fmla="*/ 0 h 796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6231 w 10000"/>
              <a:gd name="connsiteY2" fmla="*/ 9977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2115"/>
              <a:gd name="connsiteY0" fmla="*/ 23 h 10023"/>
              <a:gd name="connsiteX1" fmla="*/ 12115 w 12115"/>
              <a:gd name="connsiteY1" fmla="*/ 0 h 10023"/>
              <a:gd name="connsiteX2" fmla="*/ 6231 w 12115"/>
              <a:gd name="connsiteY2" fmla="*/ 10000 h 10023"/>
              <a:gd name="connsiteX3" fmla="*/ 0 w 12115"/>
              <a:gd name="connsiteY3" fmla="*/ 10023 h 10023"/>
              <a:gd name="connsiteX4" fmla="*/ 0 w 12115"/>
              <a:gd name="connsiteY4" fmla="*/ 23 h 10023"/>
              <a:gd name="connsiteX0" fmla="*/ 0 w 12270"/>
              <a:gd name="connsiteY0" fmla="*/ 46 h 10046"/>
              <a:gd name="connsiteX1" fmla="*/ 12270 w 12270"/>
              <a:gd name="connsiteY1" fmla="*/ 0 h 10046"/>
              <a:gd name="connsiteX2" fmla="*/ 6231 w 12270"/>
              <a:gd name="connsiteY2" fmla="*/ 10023 h 10046"/>
              <a:gd name="connsiteX3" fmla="*/ 0 w 12270"/>
              <a:gd name="connsiteY3" fmla="*/ 10046 h 10046"/>
              <a:gd name="connsiteX4" fmla="*/ 0 w 12270"/>
              <a:gd name="connsiteY4" fmla="*/ 46 h 10046"/>
              <a:gd name="connsiteX0" fmla="*/ 0 w 12451"/>
              <a:gd name="connsiteY0" fmla="*/ 23 h 10023"/>
              <a:gd name="connsiteX1" fmla="*/ 12451 w 12451"/>
              <a:gd name="connsiteY1" fmla="*/ 0 h 10023"/>
              <a:gd name="connsiteX2" fmla="*/ 6231 w 12451"/>
              <a:gd name="connsiteY2" fmla="*/ 10000 h 10023"/>
              <a:gd name="connsiteX3" fmla="*/ 0 w 12451"/>
              <a:gd name="connsiteY3" fmla="*/ 10023 h 10023"/>
              <a:gd name="connsiteX4" fmla="*/ 0 w 12451"/>
              <a:gd name="connsiteY4" fmla="*/ 23 h 10023"/>
              <a:gd name="connsiteX0" fmla="*/ 0 w 12606"/>
              <a:gd name="connsiteY0" fmla="*/ 23 h 10023"/>
              <a:gd name="connsiteX1" fmla="*/ 12606 w 12606"/>
              <a:gd name="connsiteY1" fmla="*/ 0 h 10023"/>
              <a:gd name="connsiteX2" fmla="*/ 6231 w 12606"/>
              <a:gd name="connsiteY2" fmla="*/ 10000 h 10023"/>
              <a:gd name="connsiteX3" fmla="*/ 0 w 12606"/>
              <a:gd name="connsiteY3" fmla="*/ 10023 h 10023"/>
              <a:gd name="connsiteX4" fmla="*/ 0 w 12606"/>
              <a:gd name="connsiteY4" fmla="*/ 23 h 10023"/>
              <a:gd name="connsiteX0" fmla="*/ 1496 w 14102"/>
              <a:gd name="connsiteY0" fmla="*/ 23 h 10046"/>
              <a:gd name="connsiteX1" fmla="*/ 14102 w 14102"/>
              <a:gd name="connsiteY1" fmla="*/ 0 h 10046"/>
              <a:gd name="connsiteX2" fmla="*/ 7727 w 14102"/>
              <a:gd name="connsiteY2" fmla="*/ 10000 h 10046"/>
              <a:gd name="connsiteX3" fmla="*/ 0 w 14102"/>
              <a:gd name="connsiteY3" fmla="*/ 10046 h 10046"/>
              <a:gd name="connsiteX4" fmla="*/ 1496 w 14102"/>
              <a:gd name="connsiteY4" fmla="*/ 23 h 10046"/>
              <a:gd name="connsiteX0" fmla="*/ 52 w 14102"/>
              <a:gd name="connsiteY0" fmla="*/ 23 h 10046"/>
              <a:gd name="connsiteX1" fmla="*/ 14102 w 14102"/>
              <a:gd name="connsiteY1" fmla="*/ 0 h 10046"/>
              <a:gd name="connsiteX2" fmla="*/ 7727 w 14102"/>
              <a:gd name="connsiteY2" fmla="*/ 10000 h 10046"/>
              <a:gd name="connsiteX3" fmla="*/ 0 w 14102"/>
              <a:gd name="connsiteY3" fmla="*/ 10046 h 10046"/>
              <a:gd name="connsiteX4" fmla="*/ 52 w 14102"/>
              <a:gd name="connsiteY4" fmla="*/ 23 h 10046"/>
              <a:gd name="connsiteX0" fmla="*/ 52 w 14102"/>
              <a:gd name="connsiteY0" fmla="*/ 23 h 10046"/>
              <a:gd name="connsiteX1" fmla="*/ 14102 w 14102"/>
              <a:gd name="connsiteY1" fmla="*/ 0 h 10046"/>
              <a:gd name="connsiteX2" fmla="*/ 7762 w 14102"/>
              <a:gd name="connsiteY2" fmla="*/ 10016 h 10046"/>
              <a:gd name="connsiteX3" fmla="*/ 0 w 14102"/>
              <a:gd name="connsiteY3" fmla="*/ 10046 h 10046"/>
              <a:gd name="connsiteX4" fmla="*/ 52 w 14102"/>
              <a:gd name="connsiteY4" fmla="*/ 23 h 10046"/>
              <a:gd name="connsiteX0" fmla="*/ 52 w 16864"/>
              <a:gd name="connsiteY0" fmla="*/ 3 h 10026"/>
              <a:gd name="connsiteX1" fmla="*/ 16864 w 16864"/>
              <a:gd name="connsiteY1" fmla="*/ 0 h 10026"/>
              <a:gd name="connsiteX2" fmla="*/ 7762 w 16864"/>
              <a:gd name="connsiteY2" fmla="*/ 9996 h 10026"/>
              <a:gd name="connsiteX3" fmla="*/ 0 w 16864"/>
              <a:gd name="connsiteY3" fmla="*/ 10026 h 10026"/>
              <a:gd name="connsiteX4" fmla="*/ 52 w 16864"/>
              <a:gd name="connsiteY4" fmla="*/ 3 h 10026"/>
              <a:gd name="connsiteX0" fmla="*/ 52 w 16864"/>
              <a:gd name="connsiteY0" fmla="*/ 3 h 10036"/>
              <a:gd name="connsiteX1" fmla="*/ 16864 w 16864"/>
              <a:gd name="connsiteY1" fmla="*/ 0 h 10036"/>
              <a:gd name="connsiteX2" fmla="*/ 10479 w 16864"/>
              <a:gd name="connsiteY2" fmla="*/ 10036 h 10036"/>
              <a:gd name="connsiteX3" fmla="*/ 0 w 16864"/>
              <a:gd name="connsiteY3" fmla="*/ 10026 h 10036"/>
              <a:gd name="connsiteX4" fmla="*/ 52 w 16864"/>
              <a:gd name="connsiteY4" fmla="*/ 3 h 10036"/>
              <a:gd name="connsiteX0" fmla="*/ 52 w 17532"/>
              <a:gd name="connsiteY0" fmla="*/ 3 h 10036"/>
              <a:gd name="connsiteX1" fmla="*/ 17532 w 17532"/>
              <a:gd name="connsiteY1" fmla="*/ 0 h 10036"/>
              <a:gd name="connsiteX2" fmla="*/ 10479 w 17532"/>
              <a:gd name="connsiteY2" fmla="*/ 10036 h 10036"/>
              <a:gd name="connsiteX3" fmla="*/ 0 w 17532"/>
              <a:gd name="connsiteY3" fmla="*/ 10026 h 10036"/>
              <a:gd name="connsiteX4" fmla="*/ 52 w 17532"/>
              <a:gd name="connsiteY4" fmla="*/ 3 h 1003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014 w 17532"/>
              <a:gd name="connsiteY2" fmla="*/ 997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081 w 17532"/>
              <a:gd name="connsiteY2" fmla="*/ 997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52 w 17532"/>
              <a:gd name="connsiteY0" fmla="*/ 3 h 10026"/>
              <a:gd name="connsiteX1" fmla="*/ 17532 w 17532"/>
              <a:gd name="connsiteY1" fmla="*/ 0 h 10026"/>
              <a:gd name="connsiteX2" fmla="*/ 11215 w 17532"/>
              <a:gd name="connsiteY2" fmla="*/ 9995 h 10026"/>
              <a:gd name="connsiteX3" fmla="*/ 0 w 17532"/>
              <a:gd name="connsiteY3" fmla="*/ 10026 h 10026"/>
              <a:gd name="connsiteX4" fmla="*/ 52 w 17532"/>
              <a:gd name="connsiteY4" fmla="*/ 3 h 10026"/>
              <a:gd name="connsiteX0" fmla="*/ 19 w 17532"/>
              <a:gd name="connsiteY0" fmla="*/ 3 h 10026"/>
              <a:gd name="connsiteX1" fmla="*/ 17532 w 17532"/>
              <a:gd name="connsiteY1" fmla="*/ 0 h 10026"/>
              <a:gd name="connsiteX2" fmla="*/ 11215 w 17532"/>
              <a:gd name="connsiteY2" fmla="*/ 9995 h 10026"/>
              <a:gd name="connsiteX3" fmla="*/ 0 w 17532"/>
              <a:gd name="connsiteY3" fmla="*/ 10026 h 10026"/>
              <a:gd name="connsiteX4" fmla="*/ 19 w 17532"/>
              <a:gd name="connsiteY4" fmla="*/ 3 h 10026"/>
              <a:gd name="connsiteX0" fmla="*/ 19 w 17543"/>
              <a:gd name="connsiteY0" fmla="*/ 13 h 10036"/>
              <a:gd name="connsiteX1" fmla="*/ 17543 w 17543"/>
              <a:gd name="connsiteY1" fmla="*/ 0 h 10036"/>
              <a:gd name="connsiteX2" fmla="*/ 11215 w 17543"/>
              <a:gd name="connsiteY2" fmla="*/ 10005 h 10036"/>
              <a:gd name="connsiteX3" fmla="*/ 0 w 17543"/>
              <a:gd name="connsiteY3" fmla="*/ 10036 h 10036"/>
              <a:gd name="connsiteX4" fmla="*/ 19 w 17543"/>
              <a:gd name="connsiteY4" fmla="*/ 13 h 10036"/>
              <a:gd name="connsiteX0" fmla="*/ 8 w 17543"/>
              <a:gd name="connsiteY0" fmla="*/ 0 h 10044"/>
              <a:gd name="connsiteX1" fmla="*/ 17543 w 17543"/>
              <a:gd name="connsiteY1" fmla="*/ 8 h 10044"/>
              <a:gd name="connsiteX2" fmla="*/ 11215 w 17543"/>
              <a:gd name="connsiteY2" fmla="*/ 10013 h 10044"/>
              <a:gd name="connsiteX3" fmla="*/ 0 w 17543"/>
              <a:gd name="connsiteY3" fmla="*/ 10044 h 10044"/>
              <a:gd name="connsiteX4" fmla="*/ 8 w 17543"/>
              <a:gd name="connsiteY4" fmla="*/ 0 h 10044"/>
              <a:gd name="connsiteX0" fmla="*/ 8 w 11215"/>
              <a:gd name="connsiteY0" fmla="*/ 27 h 10071"/>
              <a:gd name="connsiteX1" fmla="*/ 10522 w 11215"/>
              <a:gd name="connsiteY1" fmla="*/ 0 h 10071"/>
              <a:gd name="connsiteX2" fmla="*/ 11215 w 11215"/>
              <a:gd name="connsiteY2" fmla="*/ 10040 h 10071"/>
              <a:gd name="connsiteX3" fmla="*/ 0 w 11215"/>
              <a:gd name="connsiteY3" fmla="*/ 10071 h 10071"/>
              <a:gd name="connsiteX4" fmla="*/ 8 w 11215"/>
              <a:gd name="connsiteY4" fmla="*/ 27 h 10071"/>
              <a:gd name="connsiteX0" fmla="*/ 8 w 10522"/>
              <a:gd name="connsiteY0" fmla="*/ 27 h 10075"/>
              <a:gd name="connsiteX1" fmla="*/ 10522 w 10522"/>
              <a:gd name="connsiteY1" fmla="*/ 0 h 10075"/>
              <a:gd name="connsiteX2" fmla="*/ 6940 w 10522"/>
              <a:gd name="connsiteY2" fmla="*/ 10075 h 10075"/>
              <a:gd name="connsiteX3" fmla="*/ 0 w 10522"/>
              <a:gd name="connsiteY3" fmla="*/ 10071 h 10075"/>
              <a:gd name="connsiteX4" fmla="*/ 8 w 10522"/>
              <a:gd name="connsiteY4" fmla="*/ 27 h 10075"/>
              <a:gd name="connsiteX0" fmla="*/ 8 w 13036"/>
              <a:gd name="connsiteY0" fmla="*/ 0 h 10048"/>
              <a:gd name="connsiteX1" fmla="*/ 13036 w 13036"/>
              <a:gd name="connsiteY1" fmla="*/ 26 h 10048"/>
              <a:gd name="connsiteX2" fmla="*/ 6940 w 13036"/>
              <a:gd name="connsiteY2" fmla="*/ 10048 h 10048"/>
              <a:gd name="connsiteX3" fmla="*/ 0 w 13036"/>
              <a:gd name="connsiteY3" fmla="*/ 10044 h 10048"/>
              <a:gd name="connsiteX4" fmla="*/ 8 w 13036"/>
              <a:gd name="connsiteY4" fmla="*/ 0 h 10048"/>
              <a:gd name="connsiteX0" fmla="*/ 8 w 13036"/>
              <a:gd name="connsiteY0" fmla="*/ 0 h 10044"/>
              <a:gd name="connsiteX1" fmla="*/ 13036 w 13036"/>
              <a:gd name="connsiteY1" fmla="*/ 26 h 10044"/>
              <a:gd name="connsiteX2" fmla="*/ 6882 w 13036"/>
              <a:gd name="connsiteY2" fmla="*/ 10030 h 10044"/>
              <a:gd name="connsiteX3" fmla="*/ 0 w 13036"/>
              <a:gd name="connsiteY3" fmla="*/ 10044 h 10044"/>
              <a:gd name="connsiteX4" fmla="*/ 8 w 13036"/>
              <a:gd name="connsiteY4" fmla="*/ 0 h 10044"/>
              <a:gd name="connsiteX0" fmla="*/ 8 w 13036"/>
              <a:gd name="connsiteY0" fmla="*/ 0 h 10065"/>
              <a:gd name="connsiteX1" fmla="*/ 13036 w 13036"/>
              <a:gd name="connsiteY1" fmla="*/ 26 h 10065"/>
              <a:gd name="connsiteX2" fmla="*/ 6689 w 13036"/>
              <a:gd name="connsiteY2" fmla="*/ 10065 h 10065"/>
              <a:gd name="connsiteX3" fmla="*/ 0 w 13036"/>
              <a:gd name="connsiteY3" fmla="*/ 10044 h 10065"/>
              <a:gd name="connsiteX4" fmla="*/ 8 w 13036"/>
              <a:gd name="connsiteY4" fmla="*/ 0 h 1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36" h="10065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52000">
                <a:schemeClr val="tx1">
                  <a:lumMod val="75000"/>
                  <a:lumOff val="25000"/>
                </a:schemeClr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4E811A-68E1-6A97-C96E-3F27C8F76BE0}"/>
              </a:ext>
            </a:extLst>
          </p:cNvPr>
          <p:cNvSpPr>
            <a:spLocks/>
          </p:cNvSpPr>
          <p:nvPr userDrawn="1"/>
        </p:nvSpPr>
        <p:spPr bwMode="auto">
          <a:xfrm>
            <a:off x="2209176" y="3456710"/>
            <a:ext cx="4299176" cy="3429000"/>
          </a:xfrm>
          <a:custGeom>
            <a:avLst/>
            <a:gdLst>
              <a:gd name="T0" fmla="*/ 499 w 499"/>
              <a:gd name="T1" fmla="*/ 0 h 398"/>
              <a:gd name="T2" fmla="*/ 226 w 499"/>
              <a:gd name="T3" fmla="*/ 0 h 398"/>
              <a:gd name="T4" fmla="*/ 0 w 499"/>
              <a:gd name="T5" fmla="*/ 398 h 398"/>
              <a:gd name="T6" fmla="*/ 273 w 499"/>
              <a:gd name="T7" fmla="*/ 398 h 398"/>
              <a:gd name="T8" fmla="*/ 499 w 499"/>
              <a:gd name="T9" fmla="*/ 0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9" h="398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75000"/>
                </a:schemeClr>
              </a:gs>
              <a:gs pos="68000">
                <a:schemeClr val="tx2">
                  <a:lumMod val="50000"/>
                  <a:lumOff val="50000"/>
                </a:schemeClr>
              </a:gs>
              <a:gs pos="0">
                <a:schemeClr val="tx1">
                  <a:lumMod val="65000"/>
                  <a:lumOff val="35000"/>
                </a:schemeClr>
              </a:gs>
            </a:gsLst>
            <a:lin ang="5400000" scaled="0"/>
          </a:gra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CF0C25A0-646B-916D-80E6-B03039928697}"/>
              </a:ext>
            </a:extLst>
          </p:cNvPr>
          <p:cNvSpPr>
            <a:spLocks/>
          </p:cNvSpPr>
          <p:nvPr userDrawn="1"/>
        </p:nvSpPr>
        <p:spPr bwMode="auto">
          <a:xfrm>
            <a:off x="3960220" y="3450562"/>
            <a:ext cx="2619136" cy="3429000"/>
          </a:xfrm>
          <a:custGeom>
            <a:avLst/>
            <a:gdLst>
              <a:gd name="T0" fmla="*/ 0 w 304"/>
              <a:gd name="T1" fmla="*/ 398 h 398"/>
              <a:gd name="T2" fmla="*/ 74 w 304"/>
              <a:gd name="T3" fmla="*/ 398 h 398"/>
              <a:gd name="T4" fmla="*/ 304 w 304"/>
              <a:gd name="T5" fmla="*/ 0 h 398"/>
              <a:gd name="T6" fmla="*/ 223 w 304"/>
              <a:gd name="T7" fmla="*/ 0 h 398"/>
              <a:gd name="T8" fmla="*/ 0 w 304"/>
              <a:gd name="T9" fmla="*/ 398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398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C4A6C08A-1102-22D6-CDC7-F94643959DC1}"/>
              </a:ext>
            </a:extLst>
          </p:cNvPr>
          <p:cNvSpPr>
            <a:spLocks/>
          </p:cNvSpPr>
          <p:nvPr userDrawn="1"/>
        </p:nvSpPr>
        <p:spPr bwMode="auto">
          <a:xfrm>
            <a:off x="10367888" y="3713311"/>
            <a:ext cx="1835121" cy="3144689"/>
          </a:xfrm>
          <a:custGeom>
            <a:avLst/>
            <a:gdLst>
              <a:gd name="T0" fmla="*/ 213 w 213"/>
              <a:gd name="T1" fmla="*/ 0 h 365"/>
              <a:gd name="T2" fmla="*/ 0 w 213"/>
              <a:gd name="T3" fmla="*/ 365 h 365"/>
              <a:gd name="T4" fmla="*/ 213 w 213"/>
              <a:gd name="T5" fmla="*/ 365 h 365"/>
              <a:gd name="T6" fmla="*/ 213 w 213"/>
              <a:gd name="T7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" h="365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AFD0B610-2095-390B-36E3-2861E97A1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97" y="970721"/>
            <a:ext cx="1963312" cy="664029"/>
          </a:xfrm>
          <a:prstGeom prst="rect">
            <a:avLst/>
          </a:prstGeom>
        </p:spPr>
      </p:pic>
      <p:sp>
        <p:nvSpPr>
          <p:cNvPr id="40" name="Diagonal Stripe 39">
            <a:extLst>
              <a:ext uri="{FF2B5EF4-FFF2-40B4-BE49-F238E27FC236}">
                <a16:creationId xmlns:a16="http://schemas.microsoft.com/office/drawing/2014/main" id="{ABD29FDD-D53B-A316-CE9E-C0BB1690ADF0}"/>
              </a:ext>
            </a:extLst>
          </p:cNvPr>
          <p:cNvSpPr/>
          <p:nvPr userDrawn="1"/>
        </p:nvSpPr>
        <p:spPr>
          <a:xfrm rot="175485">
            <a:off x="1821520" y="4675411"/>
            <a:ext cx="2314796" cy="2272379"/>
          </a:xfrm>
          <a:custGeom>
            <a:avLst/>
            <a:gdLst>
              <a:gd name="connsiteX0" fmla="*/ 0 w 2262277"/>
              <a:gd name="connsiteY0" fmla="*/ 2214205 h 4428410"/>
              <a:gd name="connsiteX1" fmla="*/ 1131139 w 2262277"/>
              <a:gd name="connsiteY1" fmla="*/ 0 h 4428410"/>
              <a:gd name="connsiteX2" fmla="*/ 2262277 w 2262277"/>
              <a:gd name="connsiteY2" fmla="*/ 0 h 4428410"/>
              <a:gd name="connsiteX3" fmla="*/ 0 w 2262277"/>
              <a:gd name="connsiteY3" fmla="*/ 4428410 h 4428410"/>
              <a:gd name="connsiteX4" fmla="*/ 0 w 2262277"/>
              <a:gd name="connsiteY4" fmla="*/ 2214205 h 4428410"/>
              <a:gd name="connsiteX0" fmla="*/ 0 w 2262277"/>
              <a:gd name="connsiteY0" fmla="*/ 2214205 h 2708951"/>
              <a:gd name="connsiteX1" fmla="*/ 1131139 w 2262277"/>
              <a:gd name="connsiteY1" fmla="*/ 0 h 2708951"/>
              <a:gd name="connsiteX2" fmla="*/ 2262277 w 2262277"/>
              <a:gd name="connsiteY2" fmla="*/ 0 h 2708951"/>
              <a:gd name="connsiteX3" fmla="*/ 799998 w 2262277"/>
              <a:gd name="connsiteY3" fmla="*/ 2708951 h 2708951"/>
              <a:gd name="connsiteX4" fmla="*/ 0 w 2262277"/>
              <a:gd name="connsiteY4" fmla="*/ 2214205 h 2708951"/>
              <a:gd name="connsiteX0" fmla="*/ 0 w 2262277"/>
              <a:gd name="connsiteY0" fmla="*/ 2214205 h 2214205"/>
              <a:gd name="connsiteX1" fmla="*/ 1131139 w 2262277"/>
              <a:gd name="connsiteY1" fmla="*/ 0 h 2214205"/>
              <a:gd name="connsiteX2" fmla="*/ 2262277 w 2262277"/>
              <a:gd name="connsiteY2" fmla="*/ 0 h 2214205"/>
              <a:gd name="connsiteX3" fmla="*/ 1174394 w 2262277"/>
              <a:gd name="connsiteY3" fmla="*/ 2162664 h 2214205"/>
              <a:gd name="connsiteX4" fmla="*/ 0 w 2262277"/>
              <a:gd name="connsiteY4" fmla="*/ 2214205 h 2214205"/>
              <a:gd name="connsiteX0" fmla="*/ 0 w 2314796"/>
              <a:gd name="connsiteY0" fmla="*/ 2272379 h 2272379"/>
              <a:gd name="connsiteX1" fmla="*/ 1183658 w 2314796"/>
              <a:gd name="connsiteY1" fmla="*/ 0 h 2272379"/>
              <a:gd name="connsiteX2" fmla="*/ 2314796 w 2314796"/>
              <a:gd name="connsiteY2" fmla="*/ 0 h 2272379"/>
              <a:gd name="connsiteX3" fmla="*/ 1226913 w 2314796"/>
              <a:gd name="connsiteY3" fmla="*/ 2162664 h 2272379"/>
              <a:gd name="connsiteX4" fmla="*/ 0 w 2314796"/>
              <a:gd name="connsiteY4" fmla="*/ 2272379 h 2272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4796" h="2272379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46" name="Freeform 8">
            <a:extLst>
              <a:ext uri="{FF2B5EF4-FFF2-40B4-BE49-F238E27FC236}">
                <a16:creationId xmlns:a16="http://schemas.microsoft.com/office/drawing/2014/main" id="{324D19CD-B969-9A41-96FD-3C48671D55E3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0" y="5616"/>
            <a:ext cx="1317018" cy="2121303"/>
          </a:xfrm>
          <a:custGeom>
            <a:avLst/>
            <a:gdLst>
              <a:gd name="T0" fmla="*/ 213 w 213"/>
              <a:gd name="T1" fmla="*/ 0 h 365"/>
              <a:gd name="T2" fmla="*/ 0 w 213"/>
              <a:gd name="T3" fmla="*/ 365 h 365"/>
              <a:gd name="T4" fmla="*/ 213 w 213"/>
              <a:gd name="T5" fmla="*/ 365 h 365"/>
              <a:gd name="T6" fmla="*/ 213 w 213"/>
              <a:gd name="T7" fmla="*/ 0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" h="365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0A2D9FB8-C727-0DEB-593D-6A0268E96FC9}"/>
              </a:ext>
            </a:extLst>
          </p:cNvPr>
          <p:cNvSpPr>
            <a:spLocks/>
          </p:cNvSpPr>
          <p:nvPr userDrawn="1"/>
        </p:nvSpPr>
        <p:spPr bwMode="auto">
          <a:xfrm>
            <a:off x="10469449" y="3095152"/>
            <a:ext cx="1758053" cy="3140035"/>
          </a:xfrm>
          <a:custGeom>
            <a:avLst/>
            <a:gdLst>
              <a:gd name="T0" fmla="*/ 0 w 304"/>
              <a:gd name="T1" fmla="*/ 398 h 398"/>
              <a:gd name="T2" fmla="*/ 74 w 304"/>
              <a:gd name="T3" fmla="*/ 398 h 398"/>
              <a:gd name="T4" fmla="*/ 304 w 304"/>
              <a:gd name="T5" fmla="*/ 0 h 398"/>
              <a:gd name="T6" fmla="*/ 223 w 304"/>
              <a:gd name="T7" fmla="*/ 0 h 398"/>
              <a:gd name="T8" fmla="*/ 0 w 304"/>
              <a:gd name="T9" fmla="*/ 398 h 398"/>
              <a:gd name="connsiteX0" fmla="*/ 0 w 10000"/>
              <a:gd name="connsiteY0" fmla="*/ 10000 h 10000"/>
              <a:gd name="connsiteX1" fmla="*/ 2434 w 10000"/>
              <a:gd name="connsiteY1" fmla="*/ 10000 h 10000"/>
              <a:gd name="connsiteX2" fmla="*/ 10000 w 10000"/>
              <a:gd name="connsiteY2" fmla="*/ 0 h 10000"/>
              <a:gd name="connsiteX3" fmla="*/ 6202 w 10000"/>
              <a:gd name="connsiteY3" fmla="*/ 1468 h 10000"/>
              <a:gd name="connsiteX4" fmla="*/ 0 w 10000"/>
              <a:gd name="connsiteY4" fmla="*/ 10000 h 10000"/>
              <a:gd name="connsiteX0" fmla="*/ 0 w 6254"/>
              <a:gd name="connsiteY0" fmla="*/ 8532 h 8532"/>
              <a:gd name="connsiteX1" fmla="*/ 2434 w 6254"/>
              <a:gd name="connsiteY1" fmla="*/ 8532 h 8532"/>
              <a:gd name="connsiteX2" fmla="*/ 6254 w 6254"/>
              <a:gd name="connsiteY2" fmla="*/ 3388 h 8532"/>
              <a:gd name="connsiteX3" fmla="*/ 6202 w 6254"/>
              <a:gd name="connsiteY3" fmla="*/ 0 h 8532"/>
              <a:gd name="connsiteX4" fmla="*/ 0 w 6254"/>
              <a:gd name="connsiteY4" fmla="*/ 8532 h 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54" h="8532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1223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209197-5B03-3CAB-F2C4-DC93EB13BA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BA1C1F-29AE-DA6E-A103-FEB58C507F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3A43F0-FAB0-EB23-6D56-32DE438124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7E2F138-F467-9B3A-16DD-3501AE10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640" y="921703"/>
            <a:ext cx="70815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04EF5E-20B7-12DB-D863-48833C32BD39}"/>
              </a:ext>
            </a:extLst>
          </p:cNvPr>
          <p:cNvSpPr/>
          <p:nvPr userDrawn="1"/>
        </p:nvSpPr>
        <p:spPr>
          <a:xfrm rot="10800000">
            <a:off x="-1" y="1719943"/>
            <a:ext cx="622301" cy="309558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DC78ED-462E-4ABB-181F-9D1A16009A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2641" y="2573973"/>
            <a:ext cx="7081520" cy="2626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BD3A-27D0-26DD-0032-C1DE757FF0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8724" y="921703"/>
            <a:ext cx="2905785" cy="4278630"/>
          </a:xfrm>
          <a:custGeom>
            <a:avLst/>
            <a:gdLst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905125 w 2905125"/>
              <a:gd name="connsiteY2" fmla="*/ 855676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869499 w 2905125"/>
              <a:gd name="connsiteY2" fmla="*/ 1330689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891271 w 2905125"/>
              <a:gd name="connsiteY2" fmla="*/ 1323432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2905785"/>
              <a:gd name="connsiteY0" fmla="*/ 0 h 4278630"/>
              <a:gd name="connsiteX1" fmla="*/ 2049449 w 2905785"/>
              <a:gd name="connsiteY1" fmla="*/ 0 h 4278630"/>
              <a:gd name="connsiteX2" fmla="*/ 2905785 w 2905785"/>
              <a:gd name="connsiteY2" fmla="*/ 1330689 h 4278630"/>
              <a:gd name="connsiteX3" fmla="*/ 2905125 w 2905785"/>
              <a:gd name="connsiteY3" fmla="*/ 4278630 h 4278630"/>
              <a:gd name="connsiteX4" fmla="*/ 0 w 2905785"/>
              <a:gd name="connsiteY4" fmla="*/ 4278630 h 4278630"/>
              <a:gd name="connsiteX5" fmla="*/ 0 w 2905785"/>
              <a:gd name="connsiteY5" fmla="*/ 0 h 427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05785" h="4278630">
                <a:moveTo>
                  <a:pt x="0" y="0"/>
                </a:moveTo>
                <a:lnTo>
                  <a:pt x="2049449" y="0"/>
                </a:lnTo>
                <a:lnTo>
                  <a:pt x="2905785" y="1330689"/>
                </a:lnTo>
                <a:lnTo>
                  <a:pt x="2905125" y="4278630"/>
                </a:lnTo>
                <a:lnTo>
                  <a:pt x="0" y="427863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847847F8-C089-4AEF-C431-C6509AC01A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6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_0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7049-D09A-FC97-5AE3-7684D9970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161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CA447-4B33-14A4-A8B3-A50941C7FA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80811-CF70-450A-27A7-6650EC921E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8DC6A165-7707-B831-4D31-547D2097E0C0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C2E61BC-4260-06A6-E9F0-F6A586DC64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5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3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88">
            <a:extLst>
              <a:ext uri="{FF2B5EF4-FFF2-40B4-BE49-F238E27FC236}">
                <a16:creationId xmlns:a16="http://schemas.microsoft.com/office/drawing/2014/main" id="{2EC006B8-36F2-B291-87A1-3D4528A9F2D9}"/>
              </a:ext>
            </a:extLst>
          </p:cNvPr>
          <p:cNvSpPr>
            <a:spLocks noEditPoints="1"/>
          </p:cNvSpPr>
          <p:nvPr userDrawn="1"/>
        </p:nvSpPr>
        <p:spPr bwMode="auto">
          <a:xfrm rot="13500000">
            <a:off x="2009576" y="3640922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376308-4430-17DE-55D8-C62E713A41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F87F34-3A4F-BEE8-D6A3-75E86F6048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1995BA-762F-0E75-164E-C2DC8E53AF1E}"/>
              </a:ext>
            </a:extLst>
          </p:cNvPr>
          <p:cNvSpPr/>
          <p:nvPr userDrawn="1"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31800" dist="508000" dir="7860000" algn="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344EBC-0EE1-6D60-DD13-A025929EB2A2}"/>
              </a:ext>
            </a:extLst>
          </p:cNvPr>
          <p:cNvGrpSpPr/>
          <p:nvPr userDrawn="1"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  <a:solidFill>
            <a:srgbClr val="C04C4C"/>
          </a:solidFill>
        </p:grpSpPr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BCD5BC98-703E-C5F4-6A62-09FCC6A36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ECA11C4B-3AD6-EB59-443E-E2E20B42D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080E09A2-A318-7937-F507-9F4F1573C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806198F1-CD00-115B-03EB-DA6337A9F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814EC3F6-24D4-D885-5046-3A3D6823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12" name="Freeform 88">
            <a:extLst>
              <a:ext uri="{FF2B5EF4-FFF2-40B4-BE49-F238E27FC236}">
                <a16:creationId xmlns:a16="http://schemas.microsoft.com/office/drawing/2014/main" id="{FFE63D60-4033-0963-0257-340E61B3359D}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5061976" y="2610139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3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C5600A4-3E4E-EC47-12EA-B6310B747A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ABC459D-A688-50A7-E022-E57A39DF24C8}"/>
              </a:ext>
            </a:extLst>
          </p:cNvPr>
          <p:cNvSpPr/>
          <p:nvPr userDrawn="1"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bg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42AE79-79E4-0073-0455-4CDA30AD8F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4D628-8D81-1CDE-6D27-24AB85F650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2342FF-69D1-829A-9394-7FDD7C8DC0D8}"/>
              </a:ext>
            </a:extLst>
          </p:cNvPr>
          <p:cNvGrpSpPr/>
          <p:nvPr userDrawn="1"/>
        </p:nvGrpSpPr>
        <p:grpSpPr>
          <a:xfrm>
            <a:off x="2561933" y="419857"/>
            <a:ext cx="613993" cy="75107"/>
            <a:chOff x="-1587" y="4763"/>
            <a:chExt cx="300037" cy="42862"/>
          </a:xfrm>
          <a:solidFill>
            <a:srgbClr val="C04C4C"/>
          </a:solidFill>
        </p:grpSpPr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23262089-B548-7EB2-7E11-8E96F2D4E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E939BD00-47B2-AF84-6481-FC6D266B9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3247BFCB-8D78-A506-7B1C-F4FFA425C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B4410486-EA59-BC01-71A7-DDAC2A1EA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8" name="Title 17">
            <a:extLst>
              <a:ext uri="{FF2B5EF4-FFF2-40B4-BE49-F238E27FC236}">
                <a16:creationId xmlns:a16="http://schemas.microsoft.com/office/drawing/2014/main" id="{B3FE10FD-D9C0-C344-A74A-C6F10F75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3164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5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6">
            <a:extLst>
              <a:ext uri="{FF2B5EF4-FFF2-40B4-BE49-F238E27FC236}">
                <a16:creationId xmlns:a16="http://schemas.microsoft.com/office/drawing/2014/main" id="{955C00B2-487B-35F9-EFC4-6711B63378F0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11064240" y="0"/>
            <a:ext cx="1127760" cy="1447800"/>
          </a:xfrm>
          <a:custGeom>
            <a:avLst/>
            <a:gdLst>
              <a:gd name="T0" fmla="*/ 1 w 343"/>
              <a:gd name="T1" fmla="*/ 0 h 344"/>
              <a:gd name="T2" fmla="*/ 343 w 343"/>
              <a:gd name="T3" fmla="*/ 343 h 344"/>
              <a:gd name="T4" fmla="*/ 43 w 343"/>
              <a:gd name="T5" fmla="*/ 344 h 344"/>
              <a:gd name="T6" fmla="*/ 0 w 343"/>
              <a:gd name="T7" fmla="*/ 301 h 344"/>
              <a:gd name="T8" fmla="*/ 1 w 343"/>
              <a:gd name="T9" fmla="*/ 0 h 344"/>
              <a:gd name="connsiteX0" fmla="*/ 30 w 10001"/>
              <a:gd name="connsiteY0" fmla="*/ 0 h 10000"/>
              <a:gd name="connsiteX1" fmla="*/ 10001 w 10001"/>
              <a:gd name="connsiteY1" fmla="*/ 9971 h 10000"/>
              <a:gd name="connsiteX2" fmla="*/ 1255 w 10001"/>
              <a:gd name="connsiteY2" fmla="*/ 10000 h 10000"/>
              <a:gd name="connsiteX3" fmla="*/ 1 w 10001"/>
              <a:gd name="connsiteY3" fmla="*/ 8750 h 10000"/>
              <a:gd name="connsiteX4" fmla="*/ 30 w 10001"/>
              <a:gd name="connsiteY4" fmla="*/ 0 h 10000"/>
              <a:gd name="connsiteX0" fmla="*/ 30 w 10001"/>
              <a:gd name="connsiteY0" fmla="*/ 0 h 10000"/>
              <a:gd name="connsiteX1" fmla="*/ 10001 w 10001"/>
              <a:gd name="connsiteY1" fmla="*/ 9971 h 10000"/>
              <a:gd name="connsiteX2" fmla="*/ 1255 w 10001"/>
              <a:gd name="connsiteY2" fmla="*/ 10000 h 10000"/>
              <a:gd name="connsiteX3" fmla="*/ 1 w 10001"/>
              <a:gd name="connsiteY3" fmla="*/ 8750 h 10000"/>
              <a:gd name="connsiteX4" fmla="*/ 30 w 10001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" h="1000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  <a:effectLst>
            <a:innerShdw blurRad="901700" dist="50800" dir="18900000">
              <a:prstClr val="black">
                <a:alpha val="3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1A13B1-4FE2-47EF-C699-2F5D32C46C7B}"/>
              </a:ext>
            </a:extLst>
          </p:cNvPr>
          <p:cNvSpPr/>
          <p:nvPr userDrawn="1"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effectLst>
            <a:outerShdw blurRad="457200" dist="215900" sx="96000" sy="96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B5F1C4-1CE7-DD7E-48D5-4216747D32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23489-9DE8-D078-A240-0B0232406F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5B65FFBD-94D0-7BC8-3B24-CAF4FC2B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62D7562-98EB-7777-7293-CA6B3C3C6E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52114" y="733425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B3311D2B-C82E-1CAD-A451-9734F58E5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95258" y="733425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74429CBD-241C-5A28-0B76-94FBEBD0C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52114" y="3244668"/>
            <a:ext cx="2939143" cy="2363380"/>
          </a:xfrm>
        </p:spPr>
        <p:txBody>
          <a:bodyPr/>
          <a:lstStyle/>
          <a:p>
            <a:endParaRPr lang="en-MY"/>
          </a:p>
        </p:txBody>
      </p:sp>
      <p:sp>
        <p:nvSpPr>
          <p:cNvPr id="28" name="Picture Placeholder 22">
            <a:extLst>
              <a:ext uri="{FF2B5EF4-FFF2-40B4-BE49-F238E27FC236}">
                <a16:creationId xmlns:a16="http://schemas.microsoft.com/office/drawing/2014/main" id="{CFCC5C12-97DC-F983-E825-5420E2382D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95258" y="3244668"/>
            <a:ext cx="2939143" cy="2363380"/>
          </a:xfrm>
        </p:spPr>
        <p:txBody>
          <a:bodyPr/>
          <a:lstStyle/>
          <a:p>
            <a:endParaRPr lang="en-MY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3AA3835C-FADD-1650-B8D8-CE293B5F5B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3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2AE6E-5012-F925-B9E0-2C9A3DBC0A6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Diagonal Stripe 4">
            <a:extLst>
              <a:ext uri="{FF2B5EF4-FFF2-40B4-BE49-F238E27FC236}">
                <a16:creationId xmlns:a16="http://schemas.microsoft.com/office/drawing/2014/main" id="{2C42E429-2984-FD06-B980-5826B41BC123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8261F-6835-9486-4798-B9A07195D78C}"/>
              </a:ext>
            </a:extLst>
          </p:cNvPr>
          <p:cNvSpPr/>
          <p:nvPr userDrawn="1"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7E563-BFAE-519A-4A8B-22300B086917}"/>
              </a:ext>
            </a:extLst>
          </p:cNvPr>
          <p:cNvSpPr/>
          <p:nvPr userDrawn="1"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FDF2C4-A780-511B-093B-368D5530493C}"/>
              </a:ext>
            </a:extLst>
          </p:cNvPr>
          <p:cNvSpPr/>
          <p:nvPr userDrawn="1"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E7417D1-014A-5984-58A6-AA6486BF75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8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A5AEAA-D9F4-2E35-437C-BA8524DF94F6}"/>
              </a:ext>
            </a:extLst>
          </p:cNvPr>
          <p:cNvSpPr/>
          <p:nvPr userDrawn="1"/>
        </p:nvSpPr>
        <p:spPr>
          <a:xfrm flipH="1">
            <a:off x="11899557" y="0"/>
            <a:ext cx="61784" cy="627723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Diagonal Stripe 4">
            <a:extLst>
              <a:ext uri="{FF2B5EF4-FFF2-40B4-BE49-F238E27FC236}">
                <a16:creationId xmlns:a16="http://schemas.microsoft.com/office/drawing/2014/main" id="{2C42E429-2984-FD06-B980-5826B41BC123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B1924BF6-BCDA-9AF9-A625-9294B79A5C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5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6817E6-AD1A-08AC-88A5-0C62449E0C76}"/>
              </a:ext>
            </a:extLst>
          </p:cNvPr>
          <p:cNvSpPr/>
          <p:nvPr userDrawn="1"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-5939" y="1901929"/>
            <a:ext cx="12192000" cy="3139623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FED6FC9-C93A-9F07-CF8D-C0E1F0B215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6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A8456C-09BE-F772-4E09-AC8E5EFE5A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A970D6-E749-96E3-83B1-8B21AB192873}"/>
              </a:ext>
            </a:extLst>
          </p:cNvPr>
          <p:cNvSpPr/>
          <p:nvPr userDrawn="1"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8299B-C422-1510-F32A-0DFF889E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7270406-6097-F873-9773-CC94FA2304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4759327-3B5D-3BFA-5CCA-6BD5BACEAD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557F9C-2B1B-1E45-919F-2CBA963082F1}"/>
              </a:ext>
            </a:extLst>
          </p:cNvPr>
          <p:cNvGrpSpPr/>
          <p:nvPr userDrawn="1"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B4D37DD-77A1-3F66-1AB7-0D02A7AA053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939251-1BCB-8F28-4AEB-3F5C698F7844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6B35D63-3320-AD9B-342D-29A2461E1E90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EA1DA0-4667-A070-5433-AD3862F8F012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1CCFE93-102B-5253-326B-9C14E78024FF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271F50C-004D-6614-9952-C20CF9F23F84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8837067-0E6E-EBDC-C7A8-86F4033B63D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AC60AB8-5AB3-8260-897B-FB410ACB3FB8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D931CFE-A63B-8125-E9D4-949B42E5C546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0BC883D-1639-3A5C-4006-DBE2E6597109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BA29C7B-554C-081E-2135-BFC59AE98156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0D7FD87-F429-AB50-CEC1-95CBDAABB01E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EBD843B1-0951-A33D-BCC6-E0640022F3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37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7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28DB6A-3639-804F-5B60-C6592BBF09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987F70-64EC-CA05-E8A9-766DF9840D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2425" y="833378"/>
            <a:ext cx="8947150" cy="4554638"/>
          </a:xfrm>
        </p:spPr>
        <p:txBody>
          <a:bodyPr/>
          <a:lstStyle/>
          <a:p>
            <a:endParaRPr lang="en-MY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A832A2C-2644-6658-956A-F6CDE4CFC8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42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_07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28DB6A-3639-804F-5B60-C6592BBF09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0" y="-29928"/>
            <a:ext cx="12192000" cy="39569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28F128-2C1E-BF90-7B50-EEA520A8E0D1}"/>
              </a:ext>
            </a:extLst>
          </p:cNvPr>
          <p:cNvSpPr/>
          <p:nvPr userDrawn="1"/>
        </p:nvSpPr>
        <p:spPr>
          <a:xfrm rot="10800000">
            <a:off x="2161479" y="-29927"/>
            <a:ext cx="10024582" cy="59854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4BB5F-78D4-C98C-F6C3-95F1B716981E}"/>
              </a:ext>
            </a:extLst>
          </p:cNvPr>
          <p:cNvSpPr/>
          <p:nvPr userDrawn="1"/>
        </p:nvSpPr>
        <p:spPr>
          <a:xfrm>
            <a:off x="0" y="-52790"/>
            <a:ext cx="5148943" cy="225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456F8D6F-4FEB-ED3E-E7ED-26FDD0376D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62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8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6764FE-4266-9C28-BBAD-0C0CE59F74C2}"/>
              </a:ext>
            </a:extLst>
          </p:cNvPr>
          <p:cNvSpPr/>
          <p:nvPr userDrawn="1"/>
        </p:nvSpPr>
        <p:spPr>
          <a:xfrm>
            <a:off x="0" y="0"/>
            <a:ext cx="12192000" cy="4737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15900" dir="5400000" sx="98000" sy="98000" algn="t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471F-60E2-4515-0BAA-0DB6D57571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885EA-F2ED-0679-F34F-5A78B2C61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D67C0D-AE8E-41E4-EB71-DE065695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938784C-798A-313F-6BDD-2EEF86FBF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0580" y="6338033"/>
            <a:ext cx="1069391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40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B45C3-8E81-6BAE-010D-9B6CD2D562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3FB80-B1FC-DDFA-448B-BCE958EA32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81EEF20-E6C8-6C8E-7FE9-279D5347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66CCFD3-9BC4-D4C1-9392-EA327203EA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EFB77A9-6E81-95F5-77AD-E75BB87A5A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95800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9127F8-03DB-5D0F-A98C-B82B076E4B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58725" y="1863725"/>
            <a:ext cx="3200400" cy="2939769"/>
          </a:xfrm>
        </p:spPr>
        <p:txBody>
          <a:bodyPr/>
          <a:lstStyle/>
          <a:p>
            <a:endParaRPr lang="en-MY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99728D72-5D76-DC8D-B044-63CA42649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016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10">
    <p:bg>
      <p:bgPr>
        <a:solidFill>
          <a:schemeClr val="bg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9CEC78F-2030-F657-D94C-EC9916E702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2305A-2320-94A9-D78D-83FAEFAD6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13F7E-A796-3E64-A559-FCC5922DB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F9FC79A-20DE-55EB-11E3-BAD01F6F979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222500" cy="2036763"/>
          </a:xfrm>
        </p:spPr>
        <p:txBody>
          <a:bodyPr/>
          <a:lstStyle/>
          <a:p>
            <a:endParaRPr lang="en-MY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7AC4A9C-BE82-674B-5A73-6F2F8CA14F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22200" y="2048338"/>
            <a:ext cx="2222500" cy="2036763"/>
          </a:xfrm>
        </p:spPr>
        <p:txBody>
          <a:bodyPr/>
          <a:lstStyle/>
          <a:p>
            <a:endParaRPr lang="en-MY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A81B629-0F07-B59C-0408-FD208CA153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96676"/>
            <a:ext cx="2222500" cy="2036762"/>
          </a:xfrm>
        </p:spPr>
        <p:txBody>
          <a:bodyPr/>
          <a:lstStyle/>
          <a:p>
            <a:endParaRPr lang="en-MY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C049FB6-D146-812F-7363-6D35184C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6C5D5C-CDCC-C784-973F-88390D45C53B}"/>
              </a:ext>
            </a:extLst>
          </p:cNvPr>
          <p:cNvSpPr/>
          <p:nvPr userDrawn="1"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FD5EF8-AC54-E00C-8C75-712DD23935AA}"/>
              </a:ext>
            </a:extLst>
          </p:cNvPr>
          <p:cNvSpPr/>
          <p:nvPr userDrawn="1"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3DF42E-2BE3-EBA6-205B-2A8268FF878D}"/>
              </a:ext>
            </a:extLst>
          </p:cNvPr>
          <p:cNvSpPr/>
          <p:nvPr userDrawn="1"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46EDB3BB-164A-CD1A-BF26-D10A4E43D2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82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11">
    <p:bg>
      <p:bgPr>
        <a:solidFill>
          <a:schemeClr val="bg1"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402">
            <a:extLst>
              <a:ext uri="{FF2B5EF4-FFF2-40B4-BE49-F238E27FC236}">
                <a16:creationId xmlns:a16="http://schemas.microsoft.com/office/drawing/2014/main" id="{20B52243-B80A-3445-8806-0BE94A96B286}"/>
              </a:ext>
            </a:extLst>
          </p:cNvPr>
          <p:cNvSpPr/>
          <p:nvPr userDrawn="1"/>
        </p:nvSpPr>
        <p:spPr>
          <a:xfrm rot="10800000">
            <a:off x="-26938" y="-20387"/>
            <a:ext cx="5402774" cy="6014786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5359400"/>
              <a:gd name="connsiteY0" fmla="*/ 12700 h 6007101"/>
              <a:gd name="connsiteX1" fmla="*/ 4953000 w 5359400"/>
              <a:gd name="connsiteY1" fmla="*/ 0 h 6007101"/>
              <a:gd name="connsiteX2" fmla="*/ 5359400 w 5359400"/>
              <a:gd name="connsiteY2" fmla="*/ 6007101 h 6007101"/>
              <a:gd name="connsiteX3" fmla="*/ 0 w 5359400"/>
              <a:gd name="connsiteY3" fmla="*/ 6007101 h 6007101"/>
              <a:gd name="connsiteX4" fmla="*/ 2921000 w 5359400"/>
              <a:gd name="connsiteY4" fmla="*/ 12700 h 6007101"/>
              <a:gd name="connsiteX0" fmla="*/ 2921000 w 5384800"/>
              <a:gd name="connsiteY0" fmla="*/ 0 h 5994401"/>
              <a:gd name="connsiteX1" fmla="*/ 5384800 w 5384800"/>
              <a:gd name="connsiteY1" fmla="*/ 0 h 5994401"/>
              <a:gd name="connsiteX2" fmla="*/ 5359400 w 5384800"/>
              <a:gd name="connsiteY2" fmla="*/ 5994401 h 5994401"/>
              <a:gd name="connsiteX3" fmla="*/ 0 w 5384800"/>
              <a:gd name="connsiteY3" fmla="*/ 5994401 h 5994401"/>
              <a:gd name="connsiteX4" fmla="*/ 2921000 w 5384800"/>
              <a:gd name="connsiteY4" fmla="*/ 0 h 5994401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05612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921000 w 5384800"/>
              <a:gd name="connsiteY0" fmla="*/ 0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921000 w 5384800"/>
              <a:gd name="connsiteY4" fmla="*/ 0 h 6002085"/>
              <a:gd name="connsiteX0" fmla="*/ 2899735 w 5384800"/>
              <a:gd name="connsiteY0" fmla="*/ 7074 h 6002085"/>
              <a:gd name="connsiteX1" fmla="*/ 5384800 w 5384800"/>
              <a:gd name="connsiteY1" fmla="*/ 0 h 6002085"/>
              <a:gd name="connsiteX2" fmla="*/ 5374768 w 5384800"/>
              <a:gd name="connsiteY2" fmla="*/ 6002085 h 6002085"/>
              <a:gd name="connsiteX3" fmla="*/ 0 w 5384800"/>
              <a:gd name="connsiteY3" fmla="*/ 5994401 h 6002085"/>
              <a:gd name="connsiteX4" fmla="*/ 2899735 w 5384800"/>
              <a:gd name="connsiteY4" fmla="*/ 7074 h 6002085"/>
              <a:gd name="connsiteX0" fmla="*/ 2899735 w 5391888"/>
              <a:gd name="connsiteY0" fmla="*/ 7074 h 6002085"/>
              <a:gd name="connsiteX1" fmla="*/ 5391888 w 5391888"/>
              <a:gd name="connsiteY1" fmla="*/ 0 h 6002085"/>
              <a:gd name="connsiteX2" fmla="*/ 5374768 w 5391888"/>
              <a:gd name="connsiteY2" fmla="*/ 6002085 h 6002085"/>
              <a:gd name="connsiteX3" fmla="*/ 0 w 5391888"/>
              <a:gd name="connsiteY3" fmla="*/ 5994401 h 6002085"/>
              <a:gd name="connsiteX4" fmla="*/ 2899735 w 5391888"/>
              <a:gd name="connsiteY4" fmla="*/ 7074 h 6002085"/>
              <a:gd name="connsiteX0" fmla="*/ 2910621 w 5402774"/>
              <a:gd name="connsiteY0" fmla="*/ 7074 h 6002085"/>
              <a:gd name="connsiteX1" fmla="*/ 5402774 w 5402774"/>
              <a:gd name="connsiteY1" fmla="*/ 0 h 6002085"/>
              <a:gd name="connsiteX2" fmla="*/ 5385654 w 5402774"/>
              <a:gd name="connsiteY2" fmla="*/ 6002085 h 6002085"/>
              <a:gd name="connsiteX3" fmla="*/ 0 w 5402774"/>
              <a:gd name="connsiteY3" fmla="*/ 5983539 h 6002085"/>
              <a:gd name="connsiteX4" fmla="*/ 2910621 w 5402774"/>
              <a:gd name="connsiteY4" fmla="*/ 7074 h 6002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2774" h="6002085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 flip="none" rotWithShape="1">
            <a:gsLst>
              <a:gs pos="92697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90000"/>
                  <a:lumOff val="10000"/>
                </a:schemeClr>
              </a:gs>
              <a:gs pos="0">
                <a:schemeClr val="tx2">
                  <a:lumMod val="75000"/>
                  <a:lumOff val="2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964C8-A175-D7AF-3FA4-B94E39C6F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8BB686-D3F9-1D8F-D64E-90E02ADE71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0BB4C-A1BB-9467-1FED-1640114B7E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‹#›</a:t>
            </a:fld>
            <a:endParaRPr lang="en-MY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6A000B49-9D64-40CD-6D5C-B6D3C3A05783}"/>
              </a:ext>
            </a:extLst>
          </p:cNvPr>
          <p:cNvSpPr/>
          <p:nvPr userDrawn="1"/>
        </p:nvSpPr>
        <p:spPr>
          <a:xfrm rot="10800000">
            <a:off x="589750" y="-12702"/>
            <a:ext cx="4953000" cy="6007101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3000" h="6007101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E3D9D7C3-250B-C66B-DB51-0E6C7E10BD02}"/>
              </a:ext>
            </a:extLst>
          </p:cNvPr>
          <p:cNvGrpSpPr/>
          <p:nvPr userDrawn="1"/>
        </p:nvGrpSpPr>
        <p:grpSpPr>
          <a:xfrm>
            <a:off x="1433777" y="5528221"/>
            <a:ext cx="613993" cy="75107"/>
            <a:chOff x="-1587" y="4763"/>
            <a:chExt cx="300037" cy="42862"/>
          </a:xfrm>
          <a:solidFill>
            <a:schemeClr val="bg1"/>
          </a:solidFill>
        </p:grpSpPr>
        <p:sp>
          <p:nvSpPr>
            <p:cNvPr id="408" name="Oval 13">
              <a:extLst>
                <a:ext uri="{FF2B5EF4-FFF2-40B4-BE49-F238E27FC236}">
                  <a16:creationId xmlns:a16="http://schemas.microsoft.com/office/drawing/2014/main" id="{EFF050FE-D3FD-BAE4-B33F-FCD8ABD26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7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09" name="Oval 14">
              <a:extLst>
                <a:ext uri="{FF2B5EF4-FFF2-40B4-BE49-F238E27FC236}">
                  <a16:creationId xmlns:a16="http://schemas.microsoft.com/office/drawing/2014/main" id="{87630A76-4060-4BB0-EF18-A53082D0D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25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10" name="Oval 15">
              <a:extLst>
                <a:ext uri="{FF2B5EF4-FFF2-40B4-BE49-F238E27FC236}">
                  <a16:creationId xmlns:a16="http://schemas.microsoft.com/office/drawing/2014/main" id="{46B2C827-42B9-DBEC-F22A-F17CC0C8A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411" name="Oval 16">
              <a:extLst>
                <a:ext uri="{FF2B5EF4-FFF2-40B4-BE49-F238E27FC236}">
                  <a16:creationId xmlns:a16="http://schemas.microsoft.com/office/drawing/2014/main" id="{B59EBCEA-4042-970A-98AD-2F36CD31C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4763"/>
              <a:ext cx="36512" cy="428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412" name="Rectangle 402">
            <a:extLst>
              <a:ext uri="{FF2B5EF4-FFF2-40B4-BE49-F238E27FC236}">
                <a16:creationId xmlns:a16="http://schemas.microsoft.com/office/drawing/2014/main" id="{673165B6-3265-E64F-D897-23F76C1FB9DB}"/>
              </a:ext>
            </a:extLst>
          </p:cNvPr>
          <p:cNvSpPr/>
          <p:nvPr userDrawn="1"/>
        </p:nvSpPr>
        <p:spPr>
          <a:xfrm rot="10800000">
            <a:off x="2231874" y="4927332"/>
            <a:ext cx="1150304" cy="1395112"/>
          </a:xfrm>
          <a:custGeom>
            <a:avLst/>
            <a:gdLst>
              <a:gd name="connsiteX0" fmla="*/ 0 w 1854200"/>
              <a:gd name="connsiteY0" fmla="*/ 0 h 5994401"/>
              <a:gd name="connsiteX1" fmla="*/ 1854200 w 1854200"/>
              <a:gd name="connsiteY1" fmla="*/ 0 h 5994401"/>
              <a:gd name="connsiteX2" fmla="*/ 1854200 w 1854200"/>
              <a:gd name="connsiteY2" fmla="*/ 5994401 h 5994401"/>
              <a:gd name="connsiteX3" fmla="*/ 0 w 1854200"/>
              <a:gd name="connsiteY3" fmla="*/ 5994401 h 5994401"/>
              <a:gd name="connsiteX4" fmla="*/ 0 w 1854200"/>
              <a:gd name="connsiteY4" fmla="*/ 0 h 5994401"/>
              <a:gd name="connsiteX0" fmla="*/ 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854200 w 4953000"/>
              <a:gd name="connsiteY2" fmla="*/ 60071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  <a:gd name="connsiteX0" fmla="*/ 2921000 w 4953000"/>
              <a:gd name="connsiteY0" fmla="*/ 12700 h 6007101"/>
              <a:gd name="connsiteX1" fmla="*/ 4953000 w 4953000"/>
              <a:gd name="connsiteY1" fmla="*/ 0 h 6007101"/>
              <a:gd name="connsiteX2" fmla="*/ 1968500 w 4953000"/>
              <a:gd name="connsiteY2" fmla="*/ 5994401 h 6007101"/>
              <a:gd name="connsiteX3" fmla="*/ 0 w 4953000"/>
              <a:gd name="connsiteY3" fmla="*/ 6007101 h 6007101"/>
              <a:gd name="connsiteX4" fmla="*/ 2921000 w 4953000"/>
              <a:gd name="connsiteY4" fmla="*/ 12700 h 600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3000" h="6007101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D6BC3D2-2522-41DF-7A30-2E82600765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665" y="921703"/>
            <a:ext cx="4459468" cy="4278630"/>
          </a:xfrm>
          <a:custGeom>
            <a:avLst/>
            <a:gdLst>
              <a:gd name="connsiteX0" fmla="*/ 0 w 2905125"/>
              <a:gd name="connsiteY0" fmla="*/ 4278630 h 4278630"/>
              <a:gd name="connsiteX1" fmla="*/ 1053834 w 2905125"/>
              <a:gd name="connsiteY1" fmla="*/ 0 h 4278630"/>
              <a:gd name="connsiteX2" fmla="*/ 2905125 w 2905125"/>
              <a:gd name="connsiteY2" fmla="*/ 0 h 4278630"/>
              <a:gd name="connsiteX3" fmla="*/ 1851291 w 2905125"/>
              <a:gd name="connsiteY3" fmla="*/ 4278630 h 4278630"/>
              <a:gd name="connsiteX4" fmla="*/ 0 w 2905125"/>
              <a:gd name="connsiteY4" fmla="*/ 4278630 h 4278630"/>
              <a:gd name="connsiteX0" fmla="*/ 0 w 4065185"/>
              <a:gd name="connsiteY0" fmla="*/ 4278630 h 4278630"/>
              <a:gd name="connsiteX1" fmla="*/ 2213894 w 4065185"/>
              <a:gd name="connsiteY1" fmla="*/ 0 h 4278630"/>
              <a:gd name="connsiteX2" fmla="*/ 4065185 w 4065185"/>
              <a:gd name="connsiteY2" fmla="*/ 0 h 4278630"/>
              <a:gd name="connsiteX3" fmla="*/ 3011351 w 4065185"/>
              <a:gd name="connsiteY3" fmla="*/ 4278630 h 4278630"/>
              <a:gd name="connsiteX4" fmla="*/ 0 w 4065185"/>
              <a:gd name="connsiteY4" fmla="*/ 4278630 h 4278630"/>
              <a:gd name="connsiteX0" fmla="*/ 0 w 4065185"/>
              <a:gd name="connsiteY0" fmla="*/ 4278630 h 4278630"/>
              <a:gd name="connsiteX1" fmla="*/ 997490 w 4065185"/>
              <a:gd name="connsiteY1" fmla="*/ 0 h 4278630"/>
              <a:gd name="connsiteX2" fmla="*/ 4065185 w 4065185"/>
              <a:gd name="connsiteY2" fmla="*/ 0 h 4278630"/>
              <a:gd name="connsiteX3" fmla="*/ 3011351 w 4065185"/>
              <a:gd name="connsiteY3" fmla="*/ 4278630 h 4278630"/>
              <a:gd name="connsiteX4" fmla="*/ 0 w 4065185"/>
              <a:gd name="connsiteY4" fmla="*/ 4278630 h 4278630"/>
              <a:gd name="connsiteX0" fmla="*/ 0 w 4065185"/>
              <a:gd name="connsiteY0" fmla="*/ 4278630 h 4278630"/>
              <a:gd name="connsiteX1" fmla="*/ 997490 w 4065185"/>
              <a:gd name="connsiteY1" fmla="*/ 0 h 4278630"/>
              <a:gd name="connsiteX2" fmla="*/ 4065185 w 4065185"/>
              <a:gd name="connsiteY2" fmla="*/ 0 h 4278630"/>
              <a:gd name="connsiteX3" fmla="*/ 2432510 w 4065185"/>
              <a:gd name="connsiteY3" fmla="*/ 4270241 h 4278630"/>
              <a:gd name="connsiteX4" fmla="*/ 0 w 4065185"/>
              <a:gd name="connsiteY4" fmla="*/ 4278630 h 4278630"/>
              <a:gd name="connsiteX0" fmla="*/ 0 w 4442690"/>
              <a:gd name="connsiteY0" fmla="*/ 4278630 h 4278630"/>
              <a:gd name="connsiteX1" fmla="*/ 997490 w 4442690"/>
              <a:gd name="connsiteY1" fmla="*/ 0 h 4278630"/>
              <a:gd name="connsiteX2" fmla="*/ 4442690 w 4442690"/>
              <a:gd name="connsiteY2" fmla="*/ 16778 h 4278630"/>
              <a:gd name="connsiteX3" fmla="*/ 2432510 w 4442690"/>
              <a:gd name="connsiteY3" fmla="*/ 4270241 h 4278630"/>
              <a:gd name="connsiteX4" fmla="*/ 0 w 4442690"/>
              <a:gd name="connsiteY4" fmla="*/ 4278630 h 4278630"/>
              <a:gd name="connsiteX0" fmla="*/ 0 w 4442690"/>
              <a:gd name="connsiteY0" fmla="*/ 4278630 h 4278630"/>
              <a:gd name="connsiteX1" fmla="*/ 997490 w 4442690"/>
              <a:gd name="connsiteY1" fmla="*/ 0 h 4278630"/>
              <a:gd name="connsiteX2" fmla="*/ 4442690 w 4442690"/>
              <a:gd name="connsiteY2" fmla="*/ 16778 h 4278630"/>
              <a:gd name="connsiteX3" fmla="*/ 2432510 w 4442690"/>
              <a:gd name="connsiteY3" fmla="*/ 4270241 h 4278630"/>
              <a:gd name="connsiteX4" fmla="*/ 0 w 4442690"/>
              <a:gd name="connsiteY4" fmla="*/ 4278630 h 4278630"/>
              <a:gd name="connsiteX0" fmla="*/ 0 w 4375578"/>
              <a:gd name="connsiteY0" fmla="*/ 4278630 h 4278630"/>
              <a:gd name="connsiteX1" fmla="*/ 997490 w 4375578"/>
              <a:gd name="connsiteY1" fmla="*/ 0 h 4278630"/>
              <a:gd name="connsiteX2" fmla="*/ 4375578 w 4375578"/>
              <a:gd name="connsiteY2" fmla="*/ 8389 h 4278630"/>
              <a:gd name="connsiteX3" fmla="*/ 2432510 w 4375578"/>
              <a:gd name="connsiteY3" fmla="*/ 4270241 h 4278630"/>
              <a:gd name="connsiteX4" fmla="*/ 0 w 4375578"/>
              <a:gd name="connsiteY4" fmla="*/ 4278630 h 4278630"/>
              <a:gd name="connsiteX0" fmla="*/ 0 w 4459468"/>
              <a:gd name="connsiteY0" fmla="*/ 4278630 h 4278630"/>
              <a:gd name="connsiteX1" fmla="*/ 997490 w 4459468"/>
              <a:gd name="connsiteY1" fmla="*/ 0 h 4278630"/>
              <a:gd name="connsiteX2" fmla="*/ 4459468 w 4459468"/>
              <a:gd name="connsiteY2" fmla="*/ 0 h 4278630"/>
              <a:gd name="connsiteX3" fmla="*/ 2432510 w 4459468"/>
              <a:gd name="connsiteY3" fmla="*/ 4270241 h 4278630"/>
              <a:gd name="connsiteX4" fmla="*/ 0 w 4459468"/>
              <a:gd name="connsiteY4" fmla="*/ 4278630 h 4278630"/>
              <a:gd name="connsiteX0" fmla="*/ 0 w 4459468"/>
              <a:gd name="connsiteY0" fmla="*/ 4278630 h 4278630"/>
              <a:gd name="connsiteX1" fmla="*/ 2130004 w 4459468"/>
              <a:gd name="connsiteY1" fmla="*/ 0 h 4278630"/>
              <a:gd name="connsiteX2" fmla="*/ 4459468 w 4459468"/>
              <a:gd name="connsiteY2" fmla="*/ 0 h 4278630"/>
              <a:gd name="connsiteX3" fmla="*/ 2432510 w 4459468"/>
              <a:gd name="connsiteY3" fmla="*/ 4270241 h 4278630"/>
              <a:gd name="connsiteX4" fmla="*/ 0 w 4459468"/>
              <a:gd name="connsiteY4" fmla="*/ 4278630 h 427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9468" h="4278630">
                <a:moveTo>
                  <a:pt x="0" y="4278630"/>
                </a:moveTo>
                <a:lnTo>
                  <a:pt x="2130004" y="0"/>
                </a:lnTo>
                <a:lnTo>
                  <a:pt x="4459468" y="0"/>
                </a:lnTo>
                <a:lnTo>
                  <a:pt x="2432510" y="4270241"/>
                </a:lnTo>
                <a:lnTo>
                  <a:pt x="0" y="427863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12B52E9B-EBD9-59E5-FD4A-F852C1B6F5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7655" y="6401122"/>
            <a:ext cx="1067458" cy="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44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ayout_01">
    <p:bg>
      <p:bgPr>
        <a:solidFill>
          <a:srgbClr val="C0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7D312-FCF4-DE33-A475-5EF1243043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172CD-6881-B6F2-739F-2CB7D2B502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pPr/>
              <a:t>‹#›</a:t>
            </a:fld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9989E-F336-675A-C17F-6BEC4980C6E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09A61-C8B8-77A3-B50F-C473B78F17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9" name="Freeform 88">
            <a:extLst>
              <a:ext uri="{FF2B5EF4-FFF2-40B4-BE49-F238E27FC236}">
                <a16:creationId xmlns:a16="http://schemas.microsoft.com/office/drawing/2014/main" id="{B895953F-CAF8-92F3-1EC5-F97B90F9D599}"/>
              </a:ext>
            </a:extLst>
          </p:cNvPr>
          <p:cNvSpPr>
            <a:spLocks noEditPoints="1"/>
          </p:cNvSpPr>
          <p:nvPr userDrawn="1"/>
        </p:nvSpPr>
        <p:spPr bwMode="auto">
          <a:xfrm rot="13500000">
            <a:off x="8565369" y="-3309433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88">
            <a:extLst>
              <a:ext uri="{FF2B5EF4-FFF2-40B4-BE49-F238E27FC236}">
                <a16:creationId xmlns:a16="http://schemas.microsoft.com/office/drawing/2014/main" id="{063183E8-ED2B-748E-7754-13955CBFDBE0}"/>
              </a:ext>
            </a:extLst>
          </p:cNvPr>
          <p:cNvSpPr>
            <a:spLocks noEditPoints="1"/>
          </p:cNvSpPr>
          <p:nvPr userDrawn="1"/>
        </p:nvSpPr>
        <p:spPr bwMode="auto">
          <a:xfrm rot="1408779">
            <a:off x="6843673" y="-6248482"/>
            <a:ext cx="12148525" cy="10716021"/>
          </a:xfrm>
          <a:custGeom>
            <a:avLst/>
            <a:gdLst>
              <a:gd name="T0" fmla="*/ 456 w 460"/>
              <a:gd name="T1" fmla="*/ 144 h 405"/>
              <a:gd name="T2" fmla="*/ 389 w 460"/>
              <a:gd name="T3" fmla="*/ 39 h 405"/>
              <a:gd name="T4" fmla="*/ 253 w 460"/>
              <a:gd name="T5" fmla="*/ 3 h 405"/>
              <a:gd name="T6" fmla="*/ 175 w 460"/>
              <a:gd name="T7" fmla="*/ 21 h 405"/>
              <a:gd name="T8" fmla="*/ 107 w 460"/>
              <a:gd name="T9" fmla="*/ 59 h 405"/>
              <a:gd name="T10" fmla="*/ 28 w 460"/>
              <a:gd name="T11" fmla="*/ 137 h 405"/>
              <a:gd name="T12" fmla="*/ 12 w 460"/>
              <a:gd name="T13" fmla="*/ 248 h 405"/>
              <a:gd name="T14" fmla="*/ 76 w 460"/>
              <a:gd name="T15" fmla="*/ 340 h 405"/>
              <a:gd name="T16" fmla="*/ 186 w 460"/>
              <a:gd name="T17" fmla="*/ 398 h 405"/>
              <a:gd name="T18" fmla="*/ 243 w 460"/>
              <a:gd name="T19" fmla="*/ 404 h 405"/>
              <a:gd name="T20" fmla="*/ 306 w 460"/>
              <a:gd name="T21" fmla="*/ 390 h 405"/>
              <a:gd name="T22" fmla="*/ 416 w 460"/>
              <a:gd name="T23" fmla="*/ 307 h 405"/>
              <a:gd name="T24" fmla="*/ 460 w 460"/>
              <a:gd name="T25" fmla="*/ 179 h 405"/>
              <a:gd name="T26" fmla="*/ 456 w 460"/>
              <a:gd name="T27" fmla="*/ 144 h 405"/>
              <a:gd name="T28" fmla="*/ 456 w 460"/>
              <a:gd name="T29" fmla="*/ 144 h 405"/>
              <a:gd name="T30" fmla="*/ 423 w 460"/>
              <a:gd name="T31" fmla="*/ 195 h 405"/>
              <a:gd name="T32" fmla="*/ 380 w 460"/>
              <a:gd name="T33" fmla="*/ 297 h 405"/>
              <a:gd name="T34" fmla="*/ 299 w 460"/>
              <a:gd name="T35" fmla="*/ 350 h 405"/>
              <a:gd name="T36" fmla="*/ 240 w 460"/>
              <a:gd name="T37" fmla="*/ 355 h 405"/>
              <a:gd name="T38" fmla="*/ 240 w 460"/>
              <a:gd name="T39" fmla="*/ 355 h 405"/>
              <a:gd name="T40" fmla="*/ 127 w 460"/>
              <a:gd name="T41" fmla="*/ 281 h 405"/>
              <a:gd name="T42" fmla="*/ 95 w 460"/>
              <a:gd name="T43" fmla="*/ 212 h 405"/>
              <a:gd name="T44" fmla="*/ 103 w 460"/>
              <a:gd name="T45" fmla="*/ 167 h 405"/>
              <a:gd name="T46" fmla="*/ 143 w 460"/>
              <a:gd name="T47" fmla="*/ 112 h 405"/>
              <a:gd name="T48" fmla="*/ 186 w 460"/>
              <a:gd name="T49" fmla="*/ 78 h 405"/>
              <a:gd name="T50" fmla="*/ 339 w 460"/>
              <a:gd name="T51" fmla="*/ 66 h 405"/>
              <a:gd name="T52" fmla="*/ 423 w 460"/>
              <a:gd name="T53" fmla="*/ 180 h 405"/>
              <a:gd name="T54" fmla="*/ 423 w 460"/>
              <a:gd name="T55" fmla="*/ 195 h 405"/>
              <a:gd name="T56" fmla="*/ 423 w 460"/>
              <a:gd name="T57" fmla="*/ 195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60" h="405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bg1">
              <a:alpha val="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70865CC-7406-8BF6-F1B8-F40A463E72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09538" y="-83942"/>
            <a:ext cx="7441671" cy="7093790"/>
          </a:xfrm>
          <a:custGeom>
            <a:avLst/>
            <a:gdLst>
              <a:gd name="connsiteX0" fmla="*/ 0 w 2905125"/>
              <a:gd name="connsiteY0" fmla="*/ 0 h 4278630"/>
              <a:gd name="connsiteX1" fmla="*/ 2049449 w 2905125"/>
              <a:gd name="connsiteY1" fmla="*/ 0 h 4278630"/>
              <a:gd name="connsiteX2" fmla="*/ 2905125 w 2905125"/>
              <a:gd name="connsiteY2" fmla="*/ 855676 h 4278630"/>
              <a:gd name="connsiteX3" fmla="*/ 2905125 w 2905125"/>
              <a:gd name="connsiteY3" fmla="*/ 4278630 h 4278630"/>
              <a:gd name="connsiteX4" fmla="*/ 0 w 2905125"/>
              <a:gd name="connsiteY4" fmla="*/ 4278630 h 4278630"/>
              <a:gd name="connsiteX5" fmla="*/ 0 w 2905125"/>
              <a:gd name="connsiteY5" fmla="*/ 0 h 4278630"/>
              <a:gd name="connsiteX0" fmla="*/ 0 w 5206987"/>
              <a:gd name="connsiteY0" fmla="*/ 971550 h 5250180"/>
              <a:gd name="connsiteX1" fmla="*/ 5206987 w 5206987"/>
              <a:gd name="connsiteY1" fmla="*/ 0 h 5250180"/>
              <a:gd name="connsiteX2" fmla="*/ 2905125 w 5206987"/>
              <a:gd name="connsiteY2" fmla="*/ 1827226 h 5250180"/>
              <a:gd name="connsiteX3" fmla="*/ 2905125 w 5206987"/>
              <a:gd name="connsiteY3" fmla="*/ 5250180 h 5250180"/>
              <a:gd name="connsiteX4" fmla="*/ 0 w 5206987"/>
              <a:gd name="connsiteY4" fmla="*/ 5250180 h 5250180"/>
              <a:gd name="connsiteX5" fmla="*/ 0 w 5206987"/>
              <a:gd name="connsiteY5" fmla="*/ 971550 h 5250180"/>
              <a:gd name="connsiteX0" fmla="*/ 0 w 5206987"/>
              <a:gd name="connsiteY0" fmla="*/ 971550 h 6827851"/>
              <a:gd name="connsiteX1" fmla="*/ 5206987 w 5206987"/>
              <a:gd name="connsiteY1" fmla="*/ 0 h 6827851"/>
              <a:gd name="connsiteX2" fmla="*/ 3405188 w 5206987"/>
              <a:gd name="connsiteY2" fmla="*/ 6827851 h 6827851"/>
              <a:gd name="connsiteX3" fmla="*/ 2905125 w 5206987"/>
              <a:gd name="connsiteY3" fmla="*/ 5250180 h 6827851"/>
              <a:gd name="connsiteX4" fmla="*/ 0 w 5206987"/>
              <a:gd name="connsiteY4" fmla="*/ 5250180 h 6827851"/>
              <a:gd name="connsiteX5" fmla="*/ 0 w 5206987"/>
              <a:gd name="connsiteY5" fmla="*/ 971550 h 6827851"/>
              <a:gd name="connsiteX0" fmla="*/ 1323975 w 6530962"/>
              <a:gd name="connsiteY0" fmla="*/ 971550 h 6950393"/>
              <a:gd name="connsiteX1" fmla="*/ 6530962 w 6530962"/>
              <a:gd name="connsiteY1" fmla="*/ 0 h 6950393"/>
              <a:gd name="connsiteX2" fmla="*/ 4729163 w 6530962"/>
              <a:gd name="connsiteY2" fmla="*/ 6827851 h 6950393"/>
              <a:gd name="connsiteX3" fmla="*/ 0 w 6530962"/>
              <a:gd name="connsiteY3" fmla="*/ 6950393 h 6950393"/>
              <a:gd name="connsiteX4" fmla="*/ 1323975 w 6530962"/>
              <a:gd name="connsiteY4" fmla="*/ 5250180 h 6950393"/>
              <a:gd name="connsiteX5" fmla="*/ 1323975 w 6530962"/>
              <a:gd name="connsiteY5" fmla="*/ 971550 h 6950393"/>
              <a:gd name="connsiteX0" fmla="*/ 1323975 w 6530962"/>
              <a:gd name="connsiteY0" fmla="*/ 971550 h 7127888"/>
              <a:gd name="connsiteX1" fmla="*/ 6530962 w 6530962"/>
              <a:gd name="connsiteY1" fmla="*/ 0 h 7127888"/>
              <a:gd name="connsiteX2" fmla="*/ 5386388 w 6530962"/>
              <a:gd name="connsiteY2" fmla="*/ 7127888 h 7127888"/>
              <a:gd name="connsiteX3" fmla="*/ 0 w 6530962"/>
              <a:gd name="connsiteY3" fmla="*/ 6950393 h 7127888"/>
              <a:gd name="connsiteX4" fmla="*/ 1323975 w 6530962"/>
              <a:gd name="connsiteY4" fmla="*/ 5250180 h 7127888"/>
              <a:gd name="connsiteX5" fmla="*/ 1323975 w 6530962"/>
              <a:gd name="connsiteY5" fmla="*/ 971550 h 7127888"/>
              <a:gd name="connsiteX0" fmla="*/ 1323975 w 6530962"/>
              <a:gd name="connsiteY0" fmla="*/ 971550 h 7013588"/>
              <a:gd name="connsiteX1" fmla="*/ 6530962 w 6530962"/>
              <a:gd name="connsiteY1" fmla="*/ 0 h 7013588"/>
              <a:gd name="connsiteX2" fmla="*/ 5514976 w 6530962"/>
              <a:gd name="connsiteY2" fmla="*/ 7013588 h 7013588"/>
              <a:gd name="connsiteX3" fmla="*/ 0 w 6530962"/>
              <a:gd name="connsiteY3" fmla="*/ 6950393 h 7013588"/>
              <a:gd name="connsiteX4" fmla="*/ 1323975 w 6530962"/>
              <a:gd name="connsiteY4" fmla="*/ 5250180 h 7013588"/>
              <a:gd name="connsiteX5" fmla="*/ 1323975 w 6530962"/>
              <a:gd name="connsiteY5" fmla="*/ 971550 h 7013588"/>
              <a:gd name="connsiteX0" fmla="*/ 1338263 w 6545250"/>
              <a:gd name="connsiteY0" fmla="*/ 971550 h 7050406"/>
              <a:gd name="connsiteX1" fmla="*/ 6545250 w 6545250"/>
              <a:gd name="connsiteY1" fmla="*/ 0 h 7050406"/>
              <a:gd name="connsiteX2" fmla="*/ 5529264 w 6545250"/>
              <a:gd name="connsiteY2" fmla="*/ 7013588 h 7050406"/>
              <a:gd name="connsiteX3" fmla="*/ 0 w 6545250"/>
              <a:gd name="connsiteY3" fmla="*/ 7050406 h 7050406"/>
              <a:gd name="connsiteX4" fmla="*/ 1338263 w 6545250"/>
              <a:gd name="connsiteY4" fmla="*/ 5250180 h 7050406"/>
              <a:gd name="connsiteX5" fmla="*/ 1338263 w 6545250"/>
              <a:gd name="connsiteY5" fmla="*/ 971550 h 7050406"/>
              <a:gd name="connsiteX0" fmla="*/ 1338263 w 6545250"/>
              <a:gd name="connsiteY0" fmla="*/ 971550 h 7050406"/>
              <a:gd name="connsiteX1" fmla="*/ 6545250 w 6545250"/>
              <a:gd name="connsiteY1" fmla="*/ 0 h 7050406"/>
              <a:gd name="connsiteX2" fmla="*/ 5529264 w 6545250"/>
              <a:gd name="connsiteY2" fmla="*/ 7013588 h 7050406"/>
              <a:gd name="connsiteX3" fmla="*/ 0 w 6545250"/>
              <a:gd name="connsiteY3" fmla="*/ 7050406 h 7050406"/>
              <a:gd name="connsiteX4" fmla="*/ 1338263 w 6545250"/>
              <a:gd name="connsiteY4" fmla="*/ 5250180 h 7050406"/>
              <a:gd name="connsiteX5" fmla="*/ 1338263 w 6545250"/>
              <a:gd name="connsiteY5" fmla="*/ 971550 h 7050406"/>
              <a:gd name="connsiteX0" fmla="*/ 2424113 w 6545250"/>
              <a:gd name="connsiteY0" fmla="*/ 0 h 7078982"/>
              <a:gd name="connsiteX1" fmla="*/ 6545250 w 6545250"/>
              <a:gd name="connsiteY1" fmla="*/ 28576 h 7078982"/>
              <a:gd name="connsiteX2" fmla="*/ 5529264 w 6545250"/>
              <a:gd name="connsiteY2" fmla="*/ 7042164 h 7078982"/>
              <a:gd name="connsiteX3" fmla="*/ 0 w 6545250"/>
              <a:gd name="connsiteY3" fmla="*/ 7078982 h 7078982"/>
              <a:gd name="connsiteX4" fmla="*/ 1338263 w 6545250"/>
              <a:gd name="connsiteY4" fmla="*/ 5278756 h 7078982"/>
              <a:gd name="connsiteX5" fmla="*/ 2424113 w 6545250"/>
              <a:gd name="connsiteY5" fmla="*/ 0 h 7078982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1338263 w 7045312"/>
              <a:gd name="connsiteY4" fmla="*/ 5307330 h 7107556"/>
              <a:gd name="connsiteX5" fmla="*/ 2424113 w 7045312"/>
              <a:gd name="connsiteY5" fmla="*/ 28574 h 7107556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2424113 w 7045312"/>
              <a:gd name="connsiteY4" fmla="*/ 28574 h 7107556"/>
              <a:gd name="connsiteX0" fmla="*/ 2424113 w 7045312"/>
              <a:gd name="connsiteY0" fmla="*/ 28574 h 7107556"/>
              <a:gd name="connsiteX1" fmla="*/ 7045312 w 7045312"/>
              <a:gd name="connsiteY1" fmla="*/ 0 h 7107556"/>
              <a:gd name="connsiteX2" fmla="*/ 5529264 w 7045312"/>
              <a:gd name="connsiteY2" fmla="*/ 7070738 h 7107556"/>
              <a:gd name="connsiteX3" fmla="*/ 0 w 7045312"/>
              <a:gd name="connsiteY3" fmla="*/ 7107556 h 7107556"/>
              <a:gd name="connsiteX4" fmla="*/ 2424113 w 7045312"/>
              <a:gd name="connsiteY4" fmla="*/ 28574 h 7107556"/>
              <a:gd name="connsiteX0" fmla="*/ 2424113 w 8090341"/>
              <a:gd name="connsiteY0" fmla="*/ 16698 h 7095680"/>
              <a:gd name="connsiteX1" fmla="*/ 8090341 w 8090341"/>
              <a:gd name="connsiteY1" fmla="*/ 0 h 7095680"/>
              <a:gd name="connsiteX2" fmla="*/ 5529264 w 8090341"/>
              <a:gd name="connsiteY2" fmla="*/ 7058862 h 7095680"/>
              <a:gd name="connsiteX3" fmla="*/ 0 w 8090341"/>
              <a:gd name="connsiteY3" fmla="*/ 7095680 h 7095680"/>
              <a:gd name="connsiteX4" fmla="*/ 2424113 w 8090341"/>
              <a:gd name="connsiteY4" fmla="*/ 16698 h 7095680"/>
              <a:gd name="connsiteX0" fmla="*/ 2424113 w 8173468"/>
              <a:gd name="connsiteY0" fmla="*/ 0 h 7078982"/>
              <a:gd name="connsiteX1" fmla="*/ 8173468 w 8173468"/>
              <a:gd name="connsiteY1" fmla="*/ 18928 h 7078982"/>
              <a:gd name="connsiteX2" fmla="*/ 5529264 w 8173468"/>
              <a:gd name="connsiteY2" fmla="*/ 7042164 h 7078982"/>
              <a:gd name="connsiteX3" fmla="*/ 0 w 8173468"/>
              <a:gd name="connsiteY3" fmla="*/ 7078982 h 7078982"/>
              <a:gd name="connsiteX4" fmla="*/ 2424113 w 8173468"/>
              <a:gd name="connsiteY4" fmla="*/ 0 h 7078982"/>
              <a:gd name="connsiteX0" fmla="*/ 2424113 w 8173468"/>
              <a:gd name="connsiteY0" fmla="*/ 16698 h 7095680"/>
              <a:gd name="connsiteX1" fmla="*/ 8173468 w 8173468"/>
              <a:gd name="connsiteY1" fmla="*/ 0 h 7095680"/>
              <a:gd name="connsiteX2" fmla="*/ 5529264 w 8173468"/>
              <a:gd name="connsiteY2" fmla="*/ 7058862 h 7095680"/>
              <a:gd name="connsiteX3" fmla="*/ 0 w 8173468"/>
              <a:gd name="connsiteY3" fmla="*/ 7095680 h 7095680"/>
              <a:gd name="connsiteX4" fmla="*/ 2424113 w 8173468"/>
              <a:gd name="connsiteY4" fmla="*/ 16698 h 7095680"/>
              <a:gd name="connsiteX0" fmla="*/ 2424113 w 8173468"/>
              <a:gd name="connsiteY0" fmla="*/ 28574 h 7107556"/>
              <a:gd name="connsiteX1" fmla="*/ 8173468 w 8173468"/>
              <a:gd name="connsiteY1" fmla="*/ 0 h 7107556"/>
              <a:gd name="connsiteX2" fmla="*/ 5529264 w 8173468"/>
              <a:gd name="connsiteY2" fmla="*/ 7070738 h 7107556"/>
              <a:gd name="connsiteX3" fmla="*/ 0 w 8173468"/>
              <a:gd name="connsiteY3" fmla="*/ 7107556 h 7107556"/>
              <a:gd name="connsiteX4" fmla="*/ 2424113 w 8173468"/>
              <a:gd name="connsiteY4" fmla="*/ 28574 h 7107556"/>
              <a:gd name="connsiteX0" fmla="*/ 2424113 w 8204204"/>
              <a:gd name="connsiteY0" fmla="*/ 28574 h 7107556"/>
              <a:gd name="connsiteX1" fmla="*/ 8204204 w 8204204"/>
              <a:gd name="connsiteY1" fmla="*/ 0 h 7107556"/>
              <a:gd name="connsiteX2" fmla="*/ 5529264 w 8204204"/>
              <a:gd name="connsiteY2" fmla="*/ 7070738 h 7107556"/>
              <a:gd name="connsiteX3" fmla="*/ 0 w 8204204"/>
              <a:gd name="connsiteY3" fmla="*/ 7107556 h 7107556"/>
              <a:gd name="connsiteX4" fmla="*/ 2424113 w 8204204"/>
              <a:gd name="connsiteY4" fmla="*/ 28574 h 7107556"/>
              <a:gd name="connsiteX0" fmla="*/ 2424113 w 8219573"/>
              <a:gd name="connsiteY0" fmla="*/ 28574 h 7107556"/>
              <a:gd name="connsiteX1" fmla="*/ 8219573 w 8219573"/>
              <a:gd name="connsiteY1" fmla="*/ 0 h 7107556"/>
              <a:gd name="connsiteX2" fmla="*/ 5529264 w 8219573"/>
              <a:gd name="connsiteY2" fmla="*/ 7070738 h 7107556"/>
              <a:gd name="connsiteX3" fmla="*/ 0 w 8219573"/>
              <a:gd name="connsiteY3" fmla="*/ 7107556 h 7107556"/>
              <a:gd name="connsiteX4" fmla="*/ 2424113 w 8219573"/>
              <a:gd name="connsiteY4" fmla="*/ 28574 h 7107556"/>
              <a:gd name="connsiteX0" fmla="*/ 2424113 w 8265677"/>
              <a:gd name="connsiteY0" fmla="*/ 20889 h 7099871"/>
              <a:gd name="connsiteX1" fmla="*/ 8265677 w 8265677"/>
              <a:gd name="connsiteY1" fmla="*/ 0 h 7099871"/>
              <a:gd name="connsiteX2" fmla="*/ 5529264 w 8265677"/>
              <a:gd name="connsiteY2" fmla="*/ 7063053 h 7099871"/>
              <a:gd name="connsiteX3" fmla="*/ 0 w 8265677"/>
              <a:gd name="connsiteY3" fmla="*/ 7099871 h 7099871"/>
              <a:gd name="connsiteX4" fmla="*/ 2424113 w 8265677"/>
              <a:gd name="connsiteY4" fmla="*/ 20889 h 7099871"/>
              <a:gd name="connsiteX0" fmla="*/ 2424113 w 8288729"/>
              <a:gd name="connsiteY0" fmla="*/ 20889 h 7099871"/>
              <a:gd name="connsiteX1" fmla="*/ 8288729 w 8288729"/>
              <a:gd name="connsiteY1" fmla="*/ 0 h 7099871"/>
              <a:gd name="connsiteX2" fmla="*/ 5529264 w 8288729"/>
              <a:gd name="connsiteY2" fmla="*/ 7063053 h 7099871"/>
              <a:gd name="connsiteX3" fmla="*/ 0 w 8288729"/>
              <a:gd name="connsiteY3" fmla="*/ 7099871 h 7099871"/>
              <a:gd name="connsiteX4" fmla="*/ 2424113 w 8288729"/>
              <a:gd name="connsiteY4" fmla="*/ 20889 h 7099871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29264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4463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58305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621472 w 8319465"/>
              <a:gd name="connsiteY2" fmla="*/ 7047685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698313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21365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36733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84503"/>
              <a:gd name="connsiteX1" fmla="*/ 8319465 w 8319465"/>
              <a:gd name="connsiteY1" fmla="*/ 0 h 7084503"/>
              <a:gd name="connsiteX2" fmla="*/ 5759785 w 8319465"/>
              <a:gd name="connsiteY2" fmla="*/ 7063054 h 7084503"/>
              <a:gd name="connsiteX3" fmla="*/ 0 w 8319465"/>
              <a:gd name="connsiteY3" fmla="*/ 7084503 h 7084503"/>
              <a:gd name="connsiteX4" fmla="*/ 2424113 w 8319465"/>
              <a:gd name="connsiteY4" fmla="*/ 5521 h 7084503"/>
              <a:gd name="connsiteX0" fmla="*/ 2424113 w 8319465"/>
              <a:gd name="connsiteY0" fmla="*/ 5521 h 7093790"/>
              <a:gd name="connsiteX1" fmla="*/ 8319465 w 8319465"/>
              <a:gd name="connsiteY1" fmla="*/ 0 h 7093790"/>
              <a:gd name="connsiteX2" fmla="*/ 5782837 w 8319465"/>
              <a:gd name="connsiteY2" fmla="*/ 7093790 h 7093790"/>
              <a:gd name="connsiteX3" fmla="*/ 0 w 8319465"/>
              <a:gd name="connsiteY3" fmla="*/ 7084503 h 7093790"/>
              <a:gd name="connsiteX4" fmla="*/ 2424113 w 8319465"/>
              <a:gd name="connsiteY4" fmla="*/ 5521 h 709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9465" h="7093790">
                <a:moveTo>
                  <a:pt x="2424113" y="5521"/>
                </a:moveTo>
                <a:lnTo>
                  <a:pt x="8319465" y="0"/>
                </a:lnTo>
                <a:lnTo>
                  <a:pt x="5782837" y="7093790"/>
                </a:lnTo>
                <a:lnTo>
                  <a:pt x="0" y="7084503"/>
                </a:lnTo>
                <a:lnTo>
                  <a:pt x="2424113" y="5521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5751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2AE6E-5012-F925-B9E0-2C9A3DBC0A6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B95AD-15CE-F7B7-4048-D4BC4039F1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5939" y="3718377"/>
            <a:ext cx="12192000" cy="3139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1C01C2-421D-6D47-A4A6-F3FBD49FCCD9}"/>
              </a:ext>
            </a:extLst>
          </p:cNvPr>
          <p:cNvSpPr/>
          <p:nvPr userDrawn="1"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78213-2FB4-C549-781F-4073598A4AE7}"/>
              </a:ext>
            </a:extLst>
          </p:cNvPr>
          <p:cNvSpPr/>
          <p:nvPr userDrawn="1"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466068-AD20-659C-746B-81BEE50E9ADA}"/>
              </a:ext>
            </a:extLst>
          </p:cNvPr>
          <p:cNvSpPr/>
          <p:nvPr userDrawn="1"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15" name="Diagonal Stripe 14">
            <a:extLst>
              <a:ext uri="{FF2B5EF4-FFF2-40B4-BE49-F238E27FC236}">
                <a16:creationId xmlns:a16="http://schemas.microsoft.com/office/drawing/2014/main" id="{D82BA350-C437-1B6C-0082-CD7CF0CE547D}"/>
              </a:ext>
            </a:extLst>
          </p:cNvPr>
          <p:cNvSpPr/>
          <p:nvPr userDrawn="1"/>
        </p:nvSpPr>
        <p:spPr>
          <a:xfrm>
            <a:off x="0" y="0"/>
            <a:ext cx="5606143" cy="6858000"/>
          </a:xfrm>
          <a:prstGeom prst="diagStripe">
            <a:avLst/>
          </a:prstGeom>
          <a:solidFill>
            <a:schemeClr val="bg1">
              <a:lumMod val="7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2164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A71898-202E-A9B0-5802-EB291E6E6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86769-6690-B393-F5E4-DCECFF419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C639E-4B25-1826-B194-296A678A9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6E48471-839B-1190-2A8F-CDE90D81E453}"/>
              </a:ext>
            </a:extLst>
          </p:cNvPr>
          <p:cNvSpPr/>
          <p:nvPr userDrawn="1"/>
        </p:nvSpPr>
        <p:spPr>
          <a:xfrm>
            <a:off x="5553075" y="6413500"/>
            <a:ext cx="1085850" cy="444500"/>
          </a:xfrm>
          <a:custGeom>
            <a:avLst/>
            <a:gdLst>
              <a:gd name="connsiteX0" fmla="*/ 550981 w 2344943"/>
              <a:gd name="connsiteY0" fmla="*/ 0 h 407428"/>
              <a:gd name="connsiteX1" fmla="*/ 940996 w 2344943"/>
              <a:gd name="connsiteY1" fmla="*/ 0 h 407428"/>
              <a:gd name="connsiteX2" fmla="*/ 1403945 w 2344943"/>
              <a:gd name="connsiteY2" fmla="*/ 0 h 407428"/>
              <a:gd name="connsiteX3" fmla="*/ 1793961 w 2344943"/>
              <a:gd name="connsiteY3" fmla="*/ 0 h 407428"/>
              <a:gd name="connsiteX4" fmla="*/ 2288061 w 2344943"/>
              <a:gd name="connsiteY4" fmla="*/ 355358 h 407428"/>
              <a:gd name="connsiteX5" fmla="*/ 2344943 w 2344943"/>
              <a:gd name="connsiteY5" fmla="*/ 407428 h 407428"/>
              <a:gd name="connsiteX6" fmla="*/ 0 w 2344943"/>
              <a:gd name="connsiteY6" fmla="*/ 407428 h 407428"/>
              <a:gd name="connsiteX7" fmla="*/ 56882 w 2344943"/>
              <a:gd name="connsiteY7" fmla="*/ 355358 h 407428"/>
              <a:gd name="connsiteX8" fmla="*/ 550981 w 2344943"/>
              <a:gd name="connsiteY8" fmla="*/ 0 h 40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44943" h="407428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71315-3089-4F92-F4F2-BBC69C1FA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737D3DD-0AB3-4F16-99FA-6262B2B4036D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5810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49" r:id="rId3"/>
    <p:sldLayoutId id="2147483654" r:id="rId4"/>
    <p:sldLayoutId id="2147483650" r:id="rId5"/>
    <p:sldLayoutId id="2147483651" r:id="rId6"/>
    <p:sldLayoutId id="2147483652" r:id="rId7"/>
    <p:sldLayoutId id="2147483659" r:id="rId8"/>
    <p:sldLayoutId id="2147483665" r:id="rId9"/>
    <p:sldLayoutId id="2147483666" r:id="rId10"/>
    <p:sldLayoutId id="2147483653" r:id="rId11"/>
    <p:sldLayoutId id="2147483655" r:id="rId12"/>
    <p:sldLayoutId id="2147483663" r:id="rId13"/>
    <p:sldLayoutId id="2147483660" r:id="rId14"/>
    <p:sldLayoutId id="2147483656" r:id="rId15"/>
    <p:sldLayoutId id="2147483657" r:id="rId16"/>
    <p:sldLayoutId id="2147483658" r:id="rId17"/>
    <p:sldLayoutId id="2147483661" r:id="rId18"/>
    <p:sldLayoutId id="214748366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1B0FC45-CCBC-87D7-B16A-0C57DA545B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3358" y="-16187"/>
            <a:ext cx="5097012" cy="688096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2ABE77-552C-32A4-4ECA-8271E3808CE1}"/>
              </a:ext>
            </a:extLst>
          </p:cNvPr>
          <p:cNvSpPr txBox="1"/>
          <p:nvPr/>
        </p:nvSpPr>
        <p:spPr>
          <a:xfrm>
            <a:off x="856381" y="3888387"/>
            <a:ext cx="594360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MY" sz="1600" spc="300" dirty="0">
                <a:solidFill>
                  <a:schemeClr val="bg1"/>
                </a:solidFill>
              </a:rPr>
              <a:t>Design and Deployment of a Secure Cloud-Based</a:t>
            </a:r>
          </a:p>
          <a:p>
            <a:r>
              <a:rPr lang="en-MY" sz="1600" spc="300" dirty="0">
                <a:solidFill>
                  <a:schemeClr val="bg1"/>
                </a:solidFill>
              </a:rPr>
              <a:t>Patient Data Management System</a:t>
            </a:r>
          </a:p>
          <a:p>
            <a:r>
              <a:rPr lang="en-MY" sz="1600" spc="300" dirty="0">
                <a:solidFill>
                  <a:schemeClr val="bg1"/>
                </a:solidFill>
              </a:rPr>
              <a:t>Using a Three-Tier Architecture on AWS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DE142-97A7-0373-EA78-5A736732618F}"/>
              </a:ext>
            </a:extLst>
          </p:cNvPr>
          <p:cNvSpPr txBox="1"/>
          <p:nvPr/>
        </p:nvSpPr>
        <p:spPr>
          <a:xfrm>
            <a:off x="856381" y="3366655"/>
            <a:ext cx="59436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MY" spc="300" dirty="0">
                <a:solidFill>
                  <a:schemeClr val="bg1"/>
                </a:solidFill>
              </a:rPr>
              <a:t>PSM 1  —  Final Viva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26E51-2E2C-08F4-5CBA-0BC27FC9F43D}"/>
              </a:ext>
            </a:extLst>
          </p:cNvPr>
          <p:cNvSpPr txBox="1"/>
          <p:nvPr/>
        </p:nvSpPr>
        <p:spPr>
          <a:xfrm>
            <a:off x="816918" y="2013450"/>
            <a:ext cx="7097487" cy="123110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3700" b="1" kern="0" spc="300" dirty="0">
                <a:solidFill>
                  <a:schemeClr val="bg1"/>
                </a:solidFill>
                <a:latin typeface="+mj-lt"/>
              </a:rPr>
              <a:t>Mohamed Omar  |  SECRH  |  Supervisor: [Name]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2BEA4-D434-75CD-7F1D-9550105AD2FD}"/>
              </a:ext>
            </a:extLst>
          </p:cNvPr>
          <p:cNvSpPr txBox="1"/>
          <p:nvPr/>
        </p:nvSpPr>
        <p:spPr>
          <a:xfrm>
            <a:off x="7293968" y="6495395"/>
            <a:ext cx="1681866" cy="24622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MY" sz="1000" dirty="0">
                <a:solidFill>
                  <a:schemeClr val="bg1"/>
                </a:solidFill>
              </a:rPr>
              <a:t>UTM JOHOR BAHRU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459A62-1CDC-D251-4D1E-3CFFC58DDF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98" y="6499364"/>
            <a:ext cx="2033624" cy="15304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>
            <a:extLst>
              <a:ext uri="{FF2B5EF4-FFF2-40B4-BE49-F238E27FC236}">
                <a16:creationId xmlns:a16="http://schemas.microsoft.com/office/drawing/2014/main" id="{D657BDE4-F45F-5411-0388-D7F3BF987255}"/>
              </a:ext>
            </a:extLst>
          </p:cNvPr>
          <p:cNvSpPr/>
          <p:nvPr/>
        </p:nvSpPr>
        <p:spPr>
          <a:xfrm>
            <a:off x="6787617" y="3780854"/>
            <a:ext cx="4539291" cy="211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3CCE2A-120F-1B4D-C71F-4F645B7F26E6}"/>
              </a:ext>
            </a:extLst>
          </p:cNvPr>
          <p:cNvSpPr/>
          <p:nvPr/>
        </p:nvSpPr>
        <p:spPr>
          <a:xfrm>
            <a:off x="6787617" y="1208398"/>
            <a:ext cx="4539291" cy="211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57D77F-FB1F-4E9C-8A18-833F2A37148B}"/>
              </a:ext>
            </a:extLst>
          </p:cNvPr>
          <p:cNvSpPr/>
          <p:nvPr/>
        </p:nvSpPr>
        <p:spPr>
          <a:xfrm>
            <a:off x="1206603" y="3780854"/>
            <a:ext cx="4539291" cy="211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BF5217-AEAB-31FD-3399-202CA59098BE}"/>
              </a:ext>
            </a:extLst>
          </p:cNvPr>
          <p:cNvSpPr/>
          <p:nvPr/>
        </p:nvSpPr>
        <p:spPr>
          <a:xfrm>
            <a:off x="1206603" y="1208398"/>
            <a:ext cx="4539291" cy="211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F2612F-5251-1A4F-F8B4-8029334E5F9D}"/>
              </a:ext>
            </a:extLst>
          </p:cNvPr>
          <p:cNvSpPr/>
          <p:nvPr/>
        </p:nvSpPr>
        <p:spPr>
          <a:xfrm>
            <a:off x="618298" y="1775922"/>
            <a:ext cx="962786" cy="962786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D40211-DF04-CE59-04C5-4D62761455E6}"/>
              </a:ext>
            </a:extLst>
          </p:cNvPr>
          <p:cNvSpPr/>
          <p:nvPr/>
        </p:nvSpPr>
        <p:spPr>
          <a:xfrm>
            <a:off x="645608" y="4374338"/>
            <a:ext cx="961128" cy="962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90E465-8243-6391-7D94-953B6C0DE868}"/>
              </a:ext>
            </a:extLst>
          </p:cNvPr>
          <p:cNvSpPr/>
          <p:nvPr/>
        </p:nvSpPr>
        <p:spPr>
          <a:xfrm>
            <a:off x="6346972" y="1775922"/>
            <a:ext cx="961128" cy="962786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4A5AD9-3F5D-5B53-B079-122BA300AE4D}"/>
              </a:ext>
            </a:extLst>
          </p:cNvPr>
          <p:cNvSpPr/>
          <p:nvPr/>
        </p:nvSpPr>
        <p:spPr>
          <a:xfrm>
            <a:off x="6346972" y="4374338"/>
            <a:ext cx="962785" cy="96278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84C751-6AAA-6343-3310-7064A46552D1}"/>
              </a:ext>
            </a:extLst>
          </p:cNvPr>
          <p:cNvSpPr/>
          <p:nvPr/>
        </p:nvSpPr>
        <p:spPr>
          <a:xfrm>
            <a:off x="1958205" y="1342749"/>
            <a:ext cx="3394364" cy="184858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Alamin Clinic (Malaysia)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Fully manual, server-based records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Shared credentials — no access control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No backup, no encryption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No audit trail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1E99A7-8027-1226-35AF-FC6F96B7BDB5}"/>
              </a:ext>
            </a:extLst>
          </p:cNvPr>
          <p:cNvSpPr/>
          <p:nvPr/>
        </p:nvSpPr>
        <p:spPr>
          <a:xfrm>
            <a:off x="1958205" y="3896699"/>
            <a:ext cx="3394364" cy="184858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May 2023 — Ransomware Attack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All data encrypted, 5-day outage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Records permanently lost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No forensic trail available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Operations fully halted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B45177-0FE5-9800-2134-6AF90170F55A}"/>
              </a:ext>
            </a:extLst>
          </p:cNvPr>
          <p:cNvSpPr/>
          <p:nvPr/>
        </p:nvSpPr>
        <p:spPr>
          <a:xfrm>
            <a:off x="7544822" y="1342749"/>
            <a:ext cx="3394364" cy="184858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Root Cause — 3 Gaps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No RBAC (flat server access)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No audit log (forensics impossible)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No disaster recovery / backup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No IaC or documented recovery plan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A30ED4-E091-7209-2D01-7FFE564977BF}"/>
              </a:ext>
            </a:extLst>
          </p:cNvPr>
          <p:cNvSpPr/>
          <p:nvPr/>
        </p:nvSpPr>
        <p:spPr>
          <a:xfrm>
            <a:off x="7544822" y="3886189"/>
            <a:ext cx="3394364" cy="184858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Research Motivation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Secure AWS cloud replacement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RBAC at 3 independent layers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Complete audit trail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RTO &lt; 15 min via Terraform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BD5756-04F0-519E-0B39-62FEFEDC7ADB}"/>
              </a:ext>
            </a:extLst>
          </p:cNvPr>
          <p:cNvSpPr txBox="1"/>
          <p:nvPr/>
        </p:nvSpPr>
        <p:spPr>
          <a:xfrm>
            <a:off x="654900" y="1969267"/>
            <a:ext cx="876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BE579-796C-01FB-C9F4-1BCE7A9D27FE}"/>
              </a:ext>
            </a:extLst>
          </p:cNvPr>
          <p:cNvSpPr txBox="1"/>
          <p:nvPr/>
        </p:nvSpPr>
        <p:spPr>
          <a:xfrm>
            <a:off x="668989" y="4574045"/>
            <a:ext cx="876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61388E-E908-6AFB-9DA2-DE89E0EFEB3D}"/>
              </a:ext>
            </a:extLst>
          </p:cNvPr>
          <p:cNvSpPr txBox="1"/>
          <p:nvPr/>
        </p:nvSpPr>
        <p:spPr>
          <a:xfrm>
            <a:off x="6377624" y="1979777"/>
            <a:ext cx="876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B4600A-DD36-2B89-FBB5-1C728509448F}"/>
              </a:ext>
            </a:extLst>
          </p:cNvPr>
          <p:cNvSpPr txBox="1"/>
          <p:nvPr/>
        </p:nvSpPr>
        <p:spPr>
          <a:xfrm>
            <a:off x="6391713" y="4584555"/>
            <a:ext cx="876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ECA51E4F-6592-7C97-088D-EB9AA2B87406}"/>
              </a:ext>
            </a:extLst>
          </p:cNvPr>
          <p:cNvSpPr txBox="1">
            <a:spLocks/>
          </p:cNvSpPr>
          <p:nvPr/>
        </p:nvSpPr>
        <p:spPr>
          <a:xfrm>
            <a:off x="4718816" y="643302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737D3DD-0AB3-4F16-99FA-6262B2B4036D}" type="slidenum">
              <a:rPr lang="en-MY" sz="1400" smtClean="0"/>
              <a:pPr algn="ctr"/>
              <a:t>14</a:t>
            </a:fld>
            <a:endParaRPr lang="en-MY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837540-E4C2-F0C0-3CDC-9AFEFBA53A73}"/>
              </a:ext>
            </a:extLst>
          </p:cNvPr>
          <p:cNvCxnSpPr>
            <a:cxnSpLocks/>
          </p:cNvCxnSpPr>
          <p:nvPr/>
        </p:nvCxnSpPr>
        <p:spPr>
          <a:xfrm>
            <a:off x="1165289" y="3252737"/>
            <a:ext cx="9316103" cy="0"/>
          </a:xfrm>
          <a:prstGeom prst="line">
            <a:avLst/>
          </a:prstGeom>
          <a:ln w="28575">
            <a:solidFill>
              <a:schemeClr val="tx1">
                <a:lumMod val="25000"/>
                <a:lumOff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FED4DCB-5022-6CCC-9A89-7B117517164F}"/>
              </a:ext>
            </a:extLst>
          </p:cNvPr>
          <p:cNvSpPr/>
          <p:nvPr/>
        </p:nvSpPr>
        <p:spPr>
          <a:xfrm>
            <a:off x="1039559" y="2692157"/>
            <a:ext cx="962786" cy="962786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309F15-D58E-1258-C9D1-121F9D4C18D4}"/>
              </a:ext>
            </a:extLst>
          </p:cNvPr>
          <p:cNvSpPr/>
          <p:nvPr/>
        </p:nvSpPr>
        <p:spPr>
          <a:xfrm>
            <a:off x="3968443" y="2639948"/>
            <a:ext cx="961128" cy="962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3B436C-F8EF-F365-ACD8-49007F0D06CD}"/>
              </a:ext>
            </a:extLst>
          </p:cNvPr>
          <p:cNvSpPr/>
          <p:nvPr/>
        </p:nvSpPr>
        <p:spPr>
          <a:xfrm>
            <a:off x="7094841" y="2639948"/>
            <a:ext cx="961128" cy="962786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2EA05A-3A45-C435-4240-952BFACB0C74}"/>
              </a:ext>
            </a:extLst>
          </p:cNvPr>
          <p:cNvSpPr/>
          <p:nvPr/>
        </p:nvSpPr>
        <p:spPr>
          <a:xfrm>
            <a:off x="9936539" y="2681889"/>
            <a:ext cx="962785" cy="96278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496A22-8F9F-D8EC-6BF1-2AE56786274E}"/>
              </a:ext>
            </a:extLst>
          </p:cNvPr>
          <p:cNvGrpSpPr/>
          <p:nvPr/>
        </p:nvGrpSpPr>
        <p:grpSpPr>
          <a:xfrm>
            <a:off x="4188656" y="2925622"/>
            <a:ext cx="528099" cy="545068"/>
            <a:chOff x="2500313" y="3883026"/>
            <a:chExt cx="395287" cy="407988"/>
          </a:xfrm>
          <a:solidFill>
            <a:schemeClr val="bg1"/>
          </a:solidFill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C6DA71EA-42C5-EEA0-1640-4FE89A0D9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313" y="4076701"/>
              <a:ext cx="261937" cy="214313"/>
            </a:xfrm>
            <a:custGeom>
              <a:avLst/>
              <a:gdLst>
                <a:gd name="T0" fmla="*/ 35 w 72"/>
                <a:gd name="T1" fmla="*/ 1 h 57"/>
                <a:gd name="T2" fmla="*/ 0 w 72"/>
                <a:gd name="T3" fmla="*/ 42 h 57"/>
                <a:gd name="T4" fmla="*/ 70 w 72"/>
                <a:gd name="T5" fmla="*/ 45 h 57"/>
                <a:gd name="T6" fmla="*/ 35 w 72"/>
                <a:gd name="T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57">
                  <a:moveTo>
                    <a:pt x="35" y="1"/>
                  </a:moveTo>
                  <a:cubicBezTo>
                    <a:pt x="2" y="0"/>
                    <a:pt x="0" y="42"/>
                    <a:pt x="0" y="42"/>
                  </a:cubicBezTo>
                  <a:cubicBezTo>
                    <a:pt x="20" y="57"/>
                    <a:pt x="70" y="45"/>
                    <a:pt x="70" y="45"/>
                  </a:cubicBezTo>
                  <a:cubicBezTo>
                    <a:pt x="71" y="44"/>
                    <a:pt x="72" y="2"/>
                    <a:pt x="3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90897CD0-6A1E-0992-D8D7-7C61AEF3F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938" y="3927476"/>
              <a:ext cx="147637" cy="138113"/>
            </a:xfrm>
            <a:custGeom>
              <a:avLst/>
              <a:gdLst>
                <a:gd name="T0" fmla="*/ 31 w 41"/>
                <a:gd name="T1" fmla="*/ 5 h 37"/>
                <a:gd name="T2" fmla="*/ 18 w 41"/>
                <a:gd name="T3" fmla="*/ 1 h 37"/>
                <a:gd name="T4" fmla="*/ 1 w 41"/>
                <a:gd name="T5" fmla="*/ 20 h 37"/>
                <a:gd name="T6" fmla="*/ 21 w 41"/>
                <a:gd name="T7" fmla="*/ 36 h 37"/>
                <a:gd name="T8" fmla="*/ 36 w 41"/>
                <a:gd name="T9" fmla="*/ 25 h 37"/>
                <a:gd name="T10" fmla="*/ 31 w 41"/>
                <a:gd name="T1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37">
                  <a:moveTo>
                    <a:pt x="31" y="5"/>
                  </a:moveTo>
                  <a:cubicBezTo>
                    <a:pt x="28" y="2"/>
                    <a:pt x="23" y="0"/>
                    <a:pt x="18" y="1"/>
                  </a:cubicBezTo>
                  <a:cubicBezTo>
                    <a:pt x="8" y="2"/>
                    <a:pt x="0" y="10"/>
                    <a:pt x="1" y="20"/>
                  </a:cubicBezTo>
                  <a:cubicBezTo>
                    <a:pt x="2" y="30"/>
                    <a:pt x="11" y="37"/>
                    <a:pt x="21" y="36"/>
                  </a:cubicBezTo>
                  <a:cubicBezTo>
                    <a:pt x="28" y="35"/>
                    <a:pt x="34" y="31"/>
                    <a:pt x="36" y="25"/>
                  </a:cubicBezTo>
                  <a:cubicBezTo>
                    <a:pt x="41" y="13"/>
                    <a:pt x="32" y="4"/>
                    <a:pt x="3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9790DF4A-E7F4-D5D8-D65D-28EA792AE6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3825" y="3883026"/>
              <a:ext cx="231775" cy="193675"/>
            </a:xfrm>
            <a:custGeom>
              <a:avLst/>
              <a:gdLst>
                <a:gd name="T0" fmla="*/ 42 w 64"/>
                <a:gd name="T1" fmla="*/ 0 h 52"/>
                <a:gd name="T2" fmla="*/ 20 w 64"/>
                <a:gd name="T3" fmla="*/ 0 h 52"/>
                <a:gd name="T4" fmla="*/ 0 w 64"/>
                <a:gd name="T5" fmla="*/ 14 h 52"/>
                <a:gd name="T6" fmla="*/ 8 w 64"/>
                <a:gd name="T7" fmla="*/ 24 h 52"/>
                <a:gd name="T8" fmla="*/ 7 w 64"/>
                <a:gd name="T9" fmla="*/ 40 h 52"/>
                <a:gd name="T10" fmla="*/ 15 w 64"/>
                <a:gd name="T11" fmla="*/ 44 h 52"/>
                <a:gd name="T12" fmla="*/ 8 w 64"/>
                <a:gd name="T13" fmla="*/ 52 h 52"/>
                <a:gd name="T14" fmla="*/ 27 w 64"/>
                <a:gd name="T15" fmla="*/ 44 h 52"/>
                <a:gd name="T16" fmla="*/ 42 w 64"/>
                <a:gd name="T17" fmla="*/ 44 h 52"/>
                <a:gd name="T18" fmla="*/ 64 w 64"/>
                <a:gd name="T19" fmla="*/ 23 h 52"/>
                <a:gd name="T20" fmla="*/ 64 w 64"/>
                <a:gd name="T21" fmla="*/ 22 h 52"/>
                <a:gd name="T22" fmla="*/ 42 w 64"/>
                <a:gd name="T23" fmla="*/ 0 h 52"/>
                <a:gd name="T24" fmla="*/ 48 w 64"/>
                <a:gd name="T25" fmla="*/ 29 h 52"/>
                <a:gd name="T26" fmla="*/ 14 w 64"/>
                <a:gd name="T27" fmla="*/ 29 h 52"/>
                <a:gd name="T28" fmla="*/ 14 w 64"/>
                <a:gd name="T29" fmla="*/ 24 h 52"/>
                <a:gd name="T30" fmla="*/ 48 w 64"/>
                <a:gd name="T31" fmla="*/ 24 h 52"/>
                <a:gd name="T32" fmla="*/ 48 w 64"/>
                <a:gd name="T33" fmla="*/ 29 h 52"/>
                <a:gd name="T34" fmla="*/ 48 w 64"/>
                <a:gd name="T35" fmla="*/ 20 h 52"/>
                <a:gd name="T36" fmla="*/ 14 w 64"/>
                <a:gd name="T37" fmla="*/ 20 h 52"/>
                <a:gd name="T38" fmla="*/ 14 w 64"/>
                <a:gd name="T39" fmla="*/ 16 h 52"/>
                <a:gd name="T40" fmla="*/ 48 w 64"/>
                <a:gd name="T41" fmla="*/ 16 h 52"/>
                <a:gd name="T42" fmla="*/ 48 w 64"/>
                <a:gd name="T43" fmla="*/ 2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" h="52">
                  <a:moveTo>
                    <a:pt x="4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4" y="6"/>
                    <a:pt x="0" y="14"/>
                  </a:cubicBezTo>
                  <a:cubicBezTo>
                    <a:pt x="2" y="15"/>
                    <a:pt x="7" y="18"/>
                    <a:pt x="8" y="24"/>
                  </a:cubicBezTo>
                  <a:cubicBezTo>
                    <a:pt x="10" y="29"/>
                    <a:pt x="10" y="35"/>
                    <a:pt x="7" y="40"/>
                  </a:cubicBezTo>
                  <a:cubicBezTo>
                    <a:pt x="9" y="42"/>
                    <a:pt x="11" y="43"/>
                    <a:pt x="15" y="44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54" y="44"/>
                    <a:pt x="64" y="35"/>
                    <a:pt x="64" y="23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10"/>
                    <a:pt x="54" y="0"/>
                    <a:pt x="42" y="0"/>
                  </a:cubicBezTo>
                  <a:close/>
                  <a:moveTo>
                    <a:pt x="4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48" y="29"/>
                  </a:lnTo>
                  <a:close/>
                  <a:moveTo>
                    <a:pt x="48" y="2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1" name="Freeform 13">
            <a:extLst>
              <a:ext uri="{FF2B5EF4-FFF2-40B4-BE49-F238E27FC236}">
                <a16:creationId xmlns:a16="http://schemas.microsoft.com/office/drawing/2014/main" id="{07D7B311-CF2D-C900-2EED-F5926C854053}"/>
              </a:ext>
            </a:extLst>
          </p:cNvPr>
          <p:cNvSpPr>
            <a:spLocks noEditPoints="1"/>
          </p:cNvSpPr>
          <p:nvPr/>
        </p:nvSpPr>
        <p:spPr bwMode="auto">
          <a:xfrm>
            <a:off x="7322495" y="2900262"/>
            <a:ext cx="596675" cy="528805"/>
          </a:xfrm>
          <a:custGeom>
            <a:avLst/>
            <a:gdLst>
              <a:gd name="T0" fmla="*/ 2 w 123"/>
              <a:gd name="T1" fmla="*/ 52 h 106"/>
              <a:gd name="T2" fmla="*/ 23 w 123"/>
              <a:gd name="T3" fmla="*/ 65 h 106"/>
              <a:gd name="T4" fmla="*/ 36 w 123"/>
              <a:gd name="T5" fmla="*/ 66 h 106"/>
              <a:gd name="T6" fmla="*/ 38 w 123"/>
              <a:gd name="T7" fmla="*/ 80 h 106"/>
              <a:gd name="T8" fmla="*/ 42 w 123"/>
              <a:gd name="T9" fmla="*/ 96 h 106"/>
              <a:gd name="T10" fmla="*/ 54 w 123"/>
              <a:gd name="T11" fmla="*/ 104 h 106"/>
              <a:gd name="T12" fmla="*/ 66 w 123"/>
              <a:gd name="T13" fmla="*/ 92 h 106"/>
              <a:gd name="T14" fmla="*/ 60 w 123"/>
              <a:gd name="T15" fmla="*/ 66 h 106"/>
              <a:gd name="T16" fmla="*/ 80 w 123"/>
              <a:gd name="T17" fmla="*/ 72 h 106"/>
              <a:gd name="T18" fmla="*/ 100 w 123"/>
              <a:gd name="T19" fmla="*/ 80 h 106"/>
              <a:gd name="T20" fmla="*/ 110 w 123"/>
              <a:gd name="T21" fmla="*/ 13 h 106"/>
              <a:gd name="T22" fmla="*/ 85 w 123"/>
              <a:gd name="T23" fmla="*/ 13 h 106"/>
              <a:gd name="T24" fmla="*/ 21 w 123"/>
              <a:gd name="T25" fmla="*/ 22 h 106"/>
              <a:gd name="T26" fmla="*/ 1 w 123"/>
              <a:gd name="T27" fmla="*/ 39 h 106"/>
              <a:gd name="T28" fmla="*/ 2 w 123"/>
              <a:gd name="T29" fmla="*/ 52 h 106"/>
              <a:gd name="T30" fmla="*/ 86 w 123"/>
              <a:gd name="T31" fmla="*/ 33 h 106"/>
              <a:gd name="T32" fmla="*/ 97 w 123"/>
              <a:gd name="T33" fmla="*/ 14 h 106"/>
              <a:gd name="T34" fmla="*/ 112 w 123"/>
              <a:gd name="T35" fmla="*/ 43 h 106"/>
              <a:gd name="T36" fmla="*/ 95 w 123"/>
              <a:gd name="T37" fmla="*/ 73 h 106"/>
              <a:gd name="T38" fmla="*/ 86 w 123"/>
              <a:gd name="T39" fmla="*/ 55 h 106"/>
              <a:gd name="T40" fmla="*/ 99 w 123"/>
              <a:gd name="T41" fmla="*/ 42 h 106"/>
              <a:gd name="T42" fmla="*/ 86 w 123"/>
              <a:gd name="T43" fmla="*/ 3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3" h="106">
                <a:moveTo>
                  <a:pt x="2" y="52"/>
                </a:moveTo>
                <a:cubicBezTo>
                  <a:pt x="8" y="65"/>
                  <a:pt x="23" y="65"/>
                  <a:pt x="23" y="65"/>
                </a:cubicBezTo>
                <a:cubicBezTo>
                  <a:pt x="36" y="66"/>
                  <a:pt x="36" y="66"/>
                  <a:pt x="36" y="66"/>
                </a:cubicBezTo>
                <a:cubicBezTo>
                  <a:pt x="36" y="66"/>
                  <a:pt x="37" y="73"/>
                  <a:pt x="38" y="80"/>
                </a:cubicBezTo>
                <a:cubicBezTo>
                  <a:pt x="42" y="96"/>
                  <a:pt x="42" y="96"/>
                  <a:pt x="42" y="96"/>
                </a:cubicBezTo>
                <a:cubicBezTo>
                  <a:pt x="42" y="96"/>
                  <a:pt x="43" y="106"/>
                  <a:pt x="54" y="104"/>
                </a:cubicBezTo>
                <a:cubicBezTo>
                  <a:pt x="70" y="101"/>
                  <a:pt x="66" y="92"/>
                  <a:pt x="66" y="92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73" y="66"/>
                  <a:pt x="80" y="72"/>
                </a:cubicBezTo>
                <a:cubicBezTo>
                  <a:pt x="84" y="76"/>
                  <a:pt x="90" y="80"/>
                  <a:pt x="100" y="80"/>
                </a:cubicBezTo>
                <a:cubicBezTo>
                  <a:pt x="123" y="79"/>
                  <a:pt x="118" y="27"/>
                  <a:pt x="110" y="13"/>
                </a:cubicBezTo>
                <a:cubicBezTo>
                  <a:pt x="102" y="0"/>
                  <a:pt x="88" y="6"/>
                  <a:pt x="85" y="13"/>
                </a:cubicBezTo>
                <a:cubicBezTo>
                  <a:pt x="65" y="21"/>
                  <a:pt x="32" y="22"/>
                  <a:pt x="21" y="22"/>
                </a:cubicBezTo>
                <a:cubicBezTo>
                  <a:pt x="6" y="21"/>
                  <a:pt x="1" y="39"/>
                  <a:pt x="1" y="39"/>
                </a:cubicBezTo>
                <a:cubicBezTo>
                  <a:pt x="1" y="39"/>
                  <a:pt x="0" y="45"/>
                  <a:pt x="2" y="52"/>
                </a:cubicBezTo>
                <a:close/>
                <a:moveTo>
                  <a:pt x="86" y="33"/>
                </a:moveTo>
                <a:cubicBezTo>
                  <a:pt x="86" y="23"/>
                  <a:pt x="92" y="15"/>
                  <a:pt x="97" y="14"/>
                </a:cubicBezTo>
                <a:cubicBezTo>
                  <a:pt x="101" y="13"/>
                  <a:pt x="111" y="14"/>
                  <a:pt x="112" y="43"/>
                </a:cubicBezTo>
                <a:cubicBezTo>
                  <a:pt x="114" y="71"/>
                  <a:pt x="101" y="76"/>
                  <a:pt x="95" y="73"/>
                </a:cubicBezTo>
                <a:cubicBezTo>
                  <a:pt x="85" y="68"/>
                  <a:pt x="86" y="55"/>
                  <a:pt x="86" y="55"/>
                </a:cubicBezTo>
                <a:cubicBezTo>
                  <a:pt x="88" y="54"/>
                  <a:pt x="100" y="53"/>
                  <a:pt x="99" y="42"/>
                </a:cubicBezTo>
                <a:cubicBezTo>
                  <a:pt x="98" y="35"/>
                  <a:pt x="92" y="32"/>
                  <a:pt x="86" y="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latin typeface="+mn-lt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A13426CF-DF03-9979-79DB-82912E162A3B}"/>
              </a:ext>
            </a:extLst>
          </p:cNvPr>
          <p:cNvSpPr>
            <a:spLocks noEditPoints="1"/>
          </p:cNvSpPr>
          <p:nvPr/>
        </p:nvSpPr>
        <p:spPr bwMode="auto">
          <a:xfrm>
            <a:off x="10232470" y="2847358"/>
            <a:ext cx="387413" cy="574051"/>
          </a:xfrm>
          <a:custGeom>
            <a:avLst/>
            <a:gdLst>
              <a:gd name="T0" fmla="*/ 65 w 80"/>
              <a:gd name="T1" fmla="*/ 48 h 115"/>
              <a:gd name="T2" fmla="*/ 23 w 80"/>
              <a:gd name="T3" fmla="*/ 48 h 115"/>
              <a:gd name="T4" fmla="*/ 22 w 80"/>
              <a:gd name="T5" fmla="*/ 44 h 115"/>
              <a:gd name="T6" fmla="*/ 22 w 80"/>
              <a:gd name="T7" fmla="*/ 33 h 115"/>
              <a:gd name="T8" fmla="*/ 39 w 80"/>
              <a:gd name="T9" fmla="*/ 11 h 115"/>
              <a:gd name="T10" fmla="*/ 56 w 80"/>
              <a:gd name="T11" fmla="*/ 33 h 115"/>
              <a:gd name="T12" fmla="*/ 66 w 80"/>
              <a:gd name="T13" fmla="*/ 33 h 115"/>
              <a:gd name="T14" fmla="*/ 66 w 80"/>
              <a:gd name="T15" fmla="*/ 33 h 115"/>
              <a:gd name="T16" fmla="*/ 39 w 80"/>
              <a:gd name="T17" fmla="*/ 0 h 115"/>
              <a:gd name="T18" fmla="*/ 12 w 80"/>
              <a:gd name="T19" fmla="*/ 33 h 115"/>
              <a:gd name="T20" fmla="*/ 12 w 80"/>
              <a:gd name="T21" fmla="*/ 48 h 115"/>
              <a:gd name="T22" fmla="*/ 0 w 80"/>
              <a:gd name="T23" fmla="*/ 62 h 115"/>
              <a:gd name="T24" fmla="*/ 0 w 80"/>
              <a:gd name="T25" fmla="*/ 100 h 115"/>
              <a:gd name="T26" fmla="*/ 14 w 80"/>
              <a:gd name="T27" fmla="*/ 115 h 115"/>
              <a:gd name="T28" fmla="*/ 66 w 80"/>
              <a:gd name="T29" fmla="*/ 115 h 115"/>
              <a:gd name="T30" fmla="*/ 80 w 80"/>
              <a:gd name="T31" fmla="*/ 100 h 115"/>
              <a:gd name="T32" fmla="*/ 80 w 80"/>
              <a:gd name="T33" fmla="*/ 62 h 115"/>
              <a:gd name="T34" fmla="*/ 65 w 80"/>
              <a:gd name="T35" fmla="*/ 48 h 115"/>
              <a:gd name="T36" fmla="*/ 45 w 80"/>
              <a:gd name="T37" fmla="*/ 81 h 115"/>
              <a:gd name="T38" fmla="*/ 48 w 80"/>
              <a:gd name="T39" fmla="*/ 94 h 115"/>
              <a:gd name="T40" fmla="*/ 41 w 80"/>
              <a:gd name="T41" fmla="*/ 103 h 115"/>
              <a:gd name="T42" fmla="*/ 33 w 80"/>
              <a:gd name="T43" fmla="*/ 94 h 115"/>
              <a:gd name="T44" fmla="*/ 36 w 80"/>
              <a:gd name="T45" fmla="*/ 80 h 115"/>
              <a:gd name="T46" fmla="*/ 31 w 80"/>
              <a:gd name="T47" fmla="*/ 72 h 115"/>
              <a:gd name="T48" fmla="*/ 40 w 80"/>
              <a:gd name="T49" fmla="*/ 63 h 115"/>
              <a:gd name="T50" fmla="*/ 50 w 80"/>
              <a:gd name="T51" fmla="*/ 72 h 115"/>
              <a:gd name="T52" fmla="*/ 45 w 80"/>
              <a:gd name="T53" fmla="*/ 80 h 115"/>
              <a:gd name="T54" fmla="*/ 45 w 80"/>
              <a:gd name="T55" fmla="*/ 81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0" h="115">
                <a:moveTo>
                  <a:pt x="65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2" y="47"/>
                  <a:pt x="22" y="45"/>
                  <a:pt x="22" y="44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21"/>
                  <a:pt x="30" y="11"/>
                  <a:pt x="39" y="11"/>
                </a:cubicBezTo>
                <a:cubicBezTo>
                  <a:pt x="49" y="11"/>
                  <a:pt x="56" y="21"/>
                  <a:pt x="5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5"/>
                  <a:pt x="54" y="0"/>
                  <a:pt x="39" y="0"/>
                </a:cubicBezTo>
                <a:cubicBezTo>
                  <a:pt x="24" y="0"/>
                  <a:pt x="12" y="15"/>
                  <a:pt x="12" y="33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9"/>
                  <a:pt x="0" y="55"/>
                  <a:pt x="0" y="62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108"/>
                  <a:pt x="6" y="115"/>
                  <a:pt x="14" y="115"/>
                </a:cubicBezTo>
                <a:cubicBezTo>
                  <a:pt x="66" y="115"/>
                  <a:pt x="66" y="115"/>
                  <a:pt x="66" y="115"/>
                </a:cubicBezTo>
                <a:cubicBezTo>
                  <a:pt x="74" y="115"/>
                  <a:pt x="80" y="108"/>
                  <a:pt x="80" y="100"/>
                </a:cubicBezTo>
                <a:cubicBezTo>
                  <a:pt x="80" y="62"/>
                  <a:pt x="80" y="62"/>
                  <a:pt x="80" y="62"/>
                </a:cubicBezTo>
                <a:cubicBezTo>
                  <a:pt x="80" y="54"/>
                  <a:pt x="73" y="48"/>
                  <a:pt x="65" y="48"/>
                </a:cubicBezTo>
                <a:close/>
                <a:moveTo>
                  <a:pt x="45" y="81"/>
                </a:moveTo>
                <a:cubicBezTo>
                  <a:pt x="48" y="94"/>
                  <a:pt x="48" y="94"/>
                  <a:pt x="48" y="94"/>
                </a:cubicBezTo>
                <a:cubicBezTo>
                  <a:pt x="48" y="99"/>
                  <a:pt x="45" y="103"/>
                  <a:pt x="41" y="103"/>
                </a:cubicBezTo>
                <a:cubicBezTo>
                  <a:pt x="37" y="103"/>
                  <a:pt x="33" y="99"/>
                  <a:pt x="33" y="94"/>
                </a:cubicBezTo>
                <a:cubicBezTo>
                  <a:pt x="36" y="80"/>
                  <a:pt x="36" y="80"/>
                  <a:pt x="36" y="80"/>
                </a:cubicBezTo>
                <a:cubicBezTo>
                  <a:pt x="33" y="79"/>
                  <a:pt x="31" y="76"/>
                  <a:pt x="31" y="72"/>
                </a:cubicBezTo>
                <a:cubicBezTo>
                  <a:pt x="31" y="67"/>
                  <a:pt x="35" y="63"/>
                  <a:pt x="40" y="63"/>
                </a:cubicBezTo>
                <a:cubicBezTo>
                  <a:pt x="46" y="63"/>
                  <a:pt x="50" y="67"/>
                  <a:pt x="50" y="72"/>
                </a:cubicBezTo>
                <a:cubicBezTo>
                  <a:pt x="50" y="76"/>
                  <a:pt x="48" y="79"/>
                  <a:pt x="45" y="80"/>
                </a:cubicBezTo>
                <a:cubicBezTo>
                  <a:pt x="45" y="80"/>
                  <a:pt x="45" y="80"/>
                  <a:pt x="45" y="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latin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7F57B8-D3D3-3C12-ADA3-50E63EEA4B0C}"/>
              </a:ext>
            </a:extLst>
          </p:cNvPr>
          <p:cNvGrpSpPr/>
          <p:nvPr/>
        </p:nvGrpSpPr>
        <p:grpSpPr>
          <a:xfrm>
            <a:off x="1216529" y="2942270"/>
            <a:ext cx="549218" cy="483747"/>
            <a:chOff x="2835275" y="1219201"/>
            <a:chExt cx="479425" cy="422274"/>
          </a:xfrm>
          <a:solidFill>
            <a:schemeClr val="bg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C4C1624-064C-E9D4-4688-29401847F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238" y="1327150"/>
              <a:ext cx="327025" cy="314325"/>
            </a:xfrm>
            <a:custGeom>
              <a:avLst/>
              <a:gdLst>
                <a:gd name="T0" fmla="*/ 85 w 88"/>
                <a:gd name="T1" fmla="*/ 41 h 84"/>
                <a:gd name="T2" fmla="*/ 42 w 88"/>
                <a:gd name="T3" fmla="*/ 0 h 84"/>
                <a:gd name="T4" fmla="*/ 0 w 88"/>
                <a:gd name="T5" fmla="*/ 41 h 84"/>
                <a:gd name="T6" fmla="*/ 0 w 88"/>
                <a:gd name="T7" fmla="*/ 69 h 84"/>
                <a:gd name="T8" fmla="*/ 28 w 88"/>
                <a:gd name="T9" fmla="*/ 84 h 84"/>
                <a:gd name="T10" fmla="*/ 28 w 88"/>
                <a:gd name="T11" fmla="*/ 57 h 84"/>
                <a:gd name="T12" fmla="*/ 58 w 88"/>
                <a:gd name="T13" fmla="*/ 57 h 84"/>
                <a:gd name="T14" fmla="*/ 58 w 88"/>
                <a:gd name="T15" fmla="*/ 84 h 84"/>
                <a:gd name="T16" fmla="*/ 85 w 88"/>
                <a:gd name="T17" fmla="*/ 70 h 84"/>
                <a:gd name="T18" fmla="*/ 85 w 88"/>
                <a:gd name="T19" fmla="*/ 4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84">
                  <a:moveTo>
                    <a:pt x="85" y="41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54"/>
                    <a:pt x="0" y="69"/>
                  </a:cubicBezTo>
                  <a:cubicBezTo>
                    <a:pt x="0" y="84"/>
                    <a:pt x="28" y="84"/>
                    <a:pt x="28" y="84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88" y="84"/>
                    <a:pt x="85" y="70"/>
                    <a:pt x="85" y="70"/>
                  </a:cubicBezTo>
                  <a:lnTo>
                    <a:pt x="85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A3BCBFC-67F0-1E25-88A3-2DC68B1F0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275" y="1219201"/>
              <a:ext cx="479425" cy="254000"/>
            </a:xfrm>
            <a:custGeom>
              <a:avLst/>
              <a:gdLst>
                <a:gd name="T0" fmla="*/ 122 w 129"/>
                <a:gd name="T1" fmla="*/ 54 h 68"/>
                <a:gd name="T2" fmla="*/ 73 w 129"/>
                <a:gd name="T3" fmla="*/ 8 h 68"/>
                <a:gd name="T4" fmla="*/ 54 w 129"/>
                <a:gd name="T5" fmla="*/ 8 h 68"/>
                <a:gd name="T6" fmla="*/ 10 w 129"/>
                <a:gd name="T7" fmla="*/ 50 h 68"/>
                <a:gd name="T8" fmla="*/ 12 w 129"/>
                <a:gd name="T9" fmla="*/ 68 h 68"/>
                <a:gd name="T10" fmla="*/ 63 w 129"/>
                <a:gd name="T11" fmla="*/ 17 h 68"/>
                <a:gd name="T12" fmla="*/ 117 w 129"/>
                <a:gd name="T13" fmla="*/ 68 h 68"/>
                <a:gd name="T14" fmla="*/ 122 w 129"/>
                <a:gd name="T15" fmla="*/ 5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68">
                  <a:moveTo>
                    <a:pt x="122" y="54"/>
                  </a:moveTo>
                  <a:cubicBezTo>
                    <a:pt x="114" y="46"/>
                    <a:pt x="73" y="8"/>
                    <a:pt x="73" y="8"/>
                  </a:cubicBezTo>
                  <a:cubicBezTo>
                    <a:pt x="73" y="8"/>
                    <a:pt x="63" y="0"/>
                    <a:pt x="54" y="8"/>
                  </a:cubicBezTo>
                  <a:cubicBezTo>
                    <a:pt x="45" y="17"/>
                    <a:pt x="10" y="50"/>
                    <a:pt x="10" y="50"/>
                  </a:cubicBezTo>
                  <a:cubicBezTo>
                    <a:pt x="10" y="50"/>
                    <a:pt x="0" y="58"/>
                    <a:pt x="12" y="68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117" y="68"/>
                    <a:pt x="117" y="68"/>
                    <a:pt x="117" y="68"/>
                  </a:cubicBezTo>
                  <a:cubicBezTo>
                    <a:pt x="117" y="68"/>
                    <a:pt x="129" y="62"/>
                    <a:pt x="122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EA0BDB8-6816-033A-A663-D9C2BC763CD6}"/>
              </a:ext>
            </a:extLst>
          </p:cNvPr>
          <p:cNvSpPr txBox="1"/>
          <p:nvPr/>
        </p:nvSpPr>
        <p:spPr>
          <a:xfrm>
            <a:off x="2330429" y="453747"/>
            <a:ext cx="7531141" cy="76944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800" dirty="0">
                <a:latin typeface="+mj-lt"/>
              </a:rPr>
              <a:t>Objectives &amp; Scope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FE8B85-A8B4-0D82-7C0D-8EEF3AC436BE}"/>
              </a:ext>
            </a:extLst>
          </p:cNvPr>
          <p:cNvSpPr/>
          <p:nvPr/>
        </p:nvSpPr>
        <p:spPr>
          <a:xfrm>
            <a:off x="3360345" y="4478518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Scope: 3 roles — Doctor  |  Admin  |  Patient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25F2F-5C40-2324-F6EC-22DA49496883}"/>
              </a:ext>
            </a:extLst>
          </p:cNvPr>
          <p:cNvSpPr/>
          <p:nvPr/>
        </p:nvSpPr>
        <p:spPr>
          <a:xfrm>
            <a:off x="6280969" y="4468236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Platform: AWS (ap-southeast-1 Singapore)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9F96E6-91D3-BB26-EE70-91902CE13727}"/>
              </a:ext>
            </a:extLst>
          </p:cNvPr>
          <p:cNvSpPr/>
          <p:nvPr/>
        </p:nvSpPr>
        <p:spPr>
          <a:xfrm>
            <a:off x="9196231" y="4472007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PSM 1 = Analysis &amp; Design Phase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00E39D-051C-7F1A-EA67-A3CCCCF51456}"/>
              </a:ext>
            </a:extLst>
          </p:cNvPr>
          <p:cNvSpPr/>
          <p:nvPr/>
        </p:nvSpPr>
        <p:spPr>
          <a:xfrm>
            <a:off x="427935" y="4488700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PSM 2 = Implementation &amp; Testing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074A6E-BABF-AD36-7774-B8C5DA07132B}"/>
              </a:ext>
            </a:extLst>
          </p:cNvPr>
          <p:cNvSpPr txBox="1"/>
          <p:nvPr/>
        </p:nvSpPr>
        <p:spPr>
          <a:xfrm>
            <a:off x="3360345" y="3960146"/>
            <a:ext cx="249181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Design 3-tier AWS VPC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Public / Private App / Private DB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subnets with full network isolation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70897C-10DC-F74A-6ADC-8DE19BE06068}"/>
              </a:ext>
            </a:extLst>
          </p:cNvPr>
          <p:cNvSpPr txBox="1"/>
          <p:nvPr/>
        </p:nvSpPr>
        <p:spPr>
          <a:xfrm>
            <a:off x="6354754" y="3946851"/>
            <a:ext cx="2284994" cy="3826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Implement 3-layer RBAC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JWT (app)  |  IAM (infra)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PostgreSQL RLS (database)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E20289-2C07-8C24-A858-0024D6BAD451}"/>
              </a:ext>
            </a:extLst>
          </p:cNvPr>
          <p:cNvSpPr txBox="1"/>
          <p:nvPr/>
        </p:nvSpPr>
        <p:spPr>
          <a:xfrm>
            <a:off x="420704" y="3949986"/>
            <a:ext cx="249181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Build DevSecOps CI/CD Pipeline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SonarQube SAST  |  Trivy scan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Checkov IaC — blocks on failure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706229-6166-BE1A-CEC6-E1699491A0D1}"/>
              </a:ext>
            </a:extLst>
          </p:cNvPr>
          <p:cNvSpPr txBox="1"/>
          <p:nvPr/>
        </p:nvSpPr>
        <p:spPr>
          <a:xfrm>
            <a:off x="9294395" y="3957143"/>
            <a:ext cx="2284994" cy="3826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Achieve RTO &lt; 15 minutes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Terraform infrastructure-as-code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vs. 5-day recovery in ransomware case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27CAF5-48B2-D15F-98CC-C0D2A5109A1F}"/>
              </a:ext>
            </a:extLst>
          </p:cNvPr>
          <p:cNvSpPr/>
          <p:nvPr/>
        </p:nvSpPr>
        <p:spPr>
          <a:xfrm>
            <a:off x="2722930" y="3142407"/>
            <a:ext cx="291720" cy="291718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F1A1FB-AD23-F28A-1ACB-649897F8881F}"/>
              </a:ext>
            </a:extLst>
          </p:cNvPr>
          <p:cNvSpPr/>
          <p:nvPr/>
        </p:nvSpPr>
        <p:spPr>
          <a:xfrm>
            <a:off x="5926322" y="3142408"/>
            <a:ext cx="294300" cy="2917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D1AB309-8EFC-E307-0141-40E5B7DD9DA2}"/>
              </a:ext>
            </a:extLst>
          </p:cNvPr>
          <p:cNvSpPr/>
          <p:nvPr/>
        </p:nvSpPr>
        <p:spPr>
          <a:xfrm>
            <a:off x="8902170" y="3100009"/>
            <a:ext cx="291718" cy="2917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B5B0F4-B737-C62F-4DFA-8269FE503ABE}"/>
              </a:ext>
            </a:extLst>
          </p:cNvPr>
          <p:cNvSpPr/>
          <p:nvPr/>
        </p:nvSpPr>
        <p:spPr>
          <a:xfrm>
            <a:off x="2086128" y="1320365"/>
            <a:ext cx="7974688" cy="8329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AIM: Design a secure, three-tier AWS system that eliminates the 3 critical gaps from the Alamin Clinic ransomware case study.</a:t>
            </a: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DC4F1369-0135-A35C-BD34-6EA980803832}"/>
              </a:ext>
            </a:extLst>
          </p:cNvPr>
          <p:cNvSpPr txBox="1">
            <a:spLocks/>
          </p:cNvSpPr>
          <p:nvPr/>
        </p:nvSpPr>
        <p:spPr>
          <a:xfrm>
            <a:off x="4718816" y="643302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737D3DD-0AB3-4F16-99FA-6262B2B4036D}" type="slidenum">
              <a:rPr lang="en-MY" sz="1400" smtClean="0"/>
              <a:pPr algn="ctr"/>
              <a:t>15</a:t>
            </a:fld>
            <a:endParaRPr lang="en-MY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ectangle 20">
            <a:extLst>
              <a:ext uri="{FF2B5EF4-FFF2-40B4-BE49-F238E27FC236}">
                <a16:creationId xmlns:a16="http://schemas.microsoft.com/office/drawing/2014/main" id="{35B89BE1-2C3F-51BE-6F70-C08B6219D8A5}"/>
              </a:ext>
            </a:extLst>
          </p:cNvPr>
          <p:cNvSpPr/>
          <p:nvPr/>
        </p:nvSpPr>
        <p:spPr>
          <a:xfrm>
            <a:off x="7811413" y="2412780"/>
            <a:ext cx="4026355" cy="3382810"/>
          </a:xfrm>
          <a:prstGeom prst="rect">
            <a:avLst/>
          </a:prstGeom>
          <a:solidFill>
            <a:schemeClr val="bg1">
              <a:lumMod val="9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47DBF9-EB8C-DF29-90A2-F328237E599E}"/>
              </a:ext>
            </a:extLst>
          </p:cNvPr>
          <p:cNvCxnSpPr>
            <a:cxnSpLocks/>
          </p:cNvCxnSpPr>
          <p:nvPr/>
        </p:nvCxnSpPr>
        <p:spPr>
          <a:xfrm>
            <a:off x="699247" y="4021415"/>
            <a:ext cx="6615953" cy="0"/>
          </a:xfrm>
          <a:prstGeom prst="line">
            <a:avLst/>
          </a:prstGeom>
          <a:ln>
            <a:solidFill>
              <a:schemeClr val="bg1">
                <a:alpha val="7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B0380C8-41E1-D4FA-724F-69745BBF453B}"/>
              </a:ext>
            </a:extLst>
          </p:cNvPr>
          <p:cNvSpPr txBox="1"/>
          <p:nvPr/>
        </p:nvSpPr>
        <p:spPr>
          <a:xfrm>
            <a:off x="718238" y="4964593"/>
            <a:ext cx="2885574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OpenEMR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Basic RBAC only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No audit trail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On-premise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No IaC / DR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4D70B7-866D-37FC-D3F0-53F448FE396B}"/>
              </a:ext>
            </a:extLst>
          </p:cNvPr>
          <p:cNvSpPr txBox="1"/>
          <p:nvPr/>
        </p:nvSpPr>
        <p:spPr>
          <a:xfrm>
            <a:off x="4511824" y="4964593"/>
            <a:ext cx="2885574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Epic Systems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Enterprise RBAC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Audit logging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Private cloud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Proprietary DR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C2A627-B721-81EF-6788-E6BA7FE647C9}"/>
              </a:ext>
            </a:extLst>
          </p:cNvPr>
          <p:cNvSpPr txBox="1"/>
          <p:nvPr/>
        </p:nvSpPr>
        <p:spPr>
          <a:xfrm>
            <a:off x="718238" y="2652608"/>
            <a:ext cx="2885574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AWS Well-Architected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CloudTrail (API logs)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Public cloud native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Partial IaC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No app-layer RBAC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11D84F-D3C3-59B7-4D00-9416A14B32B1}"/>
              </a:ext>
            </a:extLst>
          </p:cNvPr>
          <p:cNvSpPr txBox="1"/>
          <p:nvPr/>
        </p:nvSpPr>
        <p:spPr>
          <a:xfrm>
            <a:off x="4511824" y="2652608"/>
            <a:ext cx="2885574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Research Gap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- No system combines: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  3-layer RBAC + DevSecOps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  + Terraform RTO &lt; 15 min</a:t>
            </a: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cs typeface="Lato" panose="020F0502020204030203" pitchFamily="34" charset="0"/>
              </a:rPr>
              <a:t>  in one cloud-native deployment</a:t>
            </a:r>
          </a:p>
        </p:txBody>
      </p:sp>
      <p:grpSp>
        <p:nvGrpSpPr>
          <p:cNvPr id="41" name="Google Shape;10300;p67">
            <a:extLst>
              <a:ext uri="{FF2B5EF4-FFF2-40B4-BE49-F238E27FC236}">
                <a16:creationId xmlns:a16="http://schemas.microsoft.com/office/drawing/2014/main" id="{8967172D-9787-0152-8F4B-E1DAAD61A6D5}"/>
              </a:ext>
            </a:extLst>
          </p:cNvPr>
          <p:cNvGrpSpPr/>
          <p:nvPr/>
        </p:nvGrpSpPr>
        <p:grpSpPr>
          <a:xfrm>
            <a:off x="5747933" y="2126893"/>
            <a:ext cx="439460" cy="309545"/>
            <a:chOff x="-1199300" y="3279250"/>
            <a:chExt cx="293025" cy="206400"/>
          </a:xfrm>
          <a:solidFill>
            <a:schemeClr val="bg1"/>
          </a:solidFill>
        </p:grpSpPr>
        <p:sp>
          <p:nvSpPr>
            <p:cNvPr id="42" name="Google Shape;10301;p67">
              <a:extLst>
                <a:ext uri="{FF2B5EF4-FFF2-40B4-BE49-F238E27FC236}">
                  <a16:creationId xmlns:a16="http://schemas.microsoft.com/office/drawing/2014/main" id="{26D8C653-5AD8-D862-2EC4-2BFEDCA03A7D}"/>
                </a:ext>
              </a:extLst>
            </p:cNvPr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" name="Google Shape;10302;p67">
              <a:extLst>
                <a:ext uri="{FF2B5EF4-FFF2-40B4-BE49-F238E27FC236}">
                  <a16:creationId xmlns:a16="http://schemas.microsoft.com/office/drawing/2014/main" id="{75195A95-334C-FDE3-7796-EF2E585E1076}"/>
                </a:ext>
              </a:extLst>
            </p:cNvPr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" name="Google Shape;10303;p67">
              <a:extLst>
                <a:ext uri="{FF2B5EF4-FFF2-40B4-BE49-F238E27FC236}">
                  <a16:creationId xmlns:a16="http://schemas.microsoft.com/office/drawing/2014/main" id="{7603F2D6-6EFD-3163-175F-B18E6055F53D}"/>
                </a:ext>
              </a:extLst>
            </p:cNvPr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" name="Google Shape;10304;p67">
              <a:extLst>
                <a:ext uri="{FF2B5EF4-FFF2-40B4-BE49-F238E27FC236}">
                  <a16:creationId xmlns:a16="http://schemas.microsoft.com/office/drawing/2014/main" id="{6519A04C-1EF6-8761-DE15-3154D42FB9FF}"/>
                </a:ext>
              </a:extLst>
            </p:cNvPr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" name="Google Shape;10309;p67">
            <a:extLst>
              <a:ext uri="{FF2B5EF4-FFF2-40B4-BE49-F238E27FC236}">
                <a16:creationId xmlns:a16="http://schemas.microsoft.com/office/drawing/2014/main" id="{26631AE8-F7BF-0673-7E68-4115B98A7D6F}"/>
              </a:ext>
            </a:extLst>
          </p:cNvPr>
          <p:cNvGrpSpPr/>
          <p:nvPr/>
        </p:nvGrpSpPr>
        <p:grpSpPr>
          <a:xfrm>
            <a:off x="1954393" y="4437112"/>
            <a:ext cx="439460" cy="437097"/>
            <a:chOff x="-6329100" y="3632100"/>
            <a:chExt cx="293025" cy="291450"/>
          </a:xfrm>
          <a:solidFill>
            <a:schemeClr val="bg1"/>
          </a:solidFill>
        </p:grpSpPr>
        <p:sp>
          <p:nvSpPr>
            <p:cNvPr id="53" name="Google Shape;10310;p67">
              <a:extLst>
                <a:ext uri="{FF2B5EF4-FFF2-40B4-BE49-F238E27FC236}">
                  <a16:creationId xmlns:a16="http://schemas.microsoft.com/office/drawing/2014/main" id="{A4129B2C-AF62-B1D8-199A-8B589438755E}"/>
                </a:ext>
              </a:extLst>
            </p:cNvPr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10311;p67">
              <a:extLst>
                <a:ext uri="{FF2B5EF4-FFF2-40B4-BE49-F238E27FC236}">
                  <a16:creationId xmlns:a16="http://schemas.microsoft.com/office/drawing/2014/main" id="{D07ED45D-4F26-0D5F-D355-E2EC73CFAB12}"/>
                </a:ext>
              </a:extLst>
            </p:cNvPr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5" name="Google Shape;10312;p67">
              <a:extLst>
                <a:ext uri="{FF2B5EF4-FFF2-40B4-BE49-F238E27FC236}">
                  <a16:creationId xmlns:a16="http://schemas.microsoft.com/office/drawing/2014/main" id="{3DE8F96D-10A9-7E36-BF2A-82FFC0270FFA}"/>
                </a:ext>
              </a:extLst>
            </p:cNvPr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67" name="Freeform 194">
            <a:extLst>
              <a:ext uri="{FF2B5EF4-FFF2-40B4-BE49-F238E27FC236}">
                <a16:creationId xmlns:a16="http://schemas.microsoft.com/office/drawing/2014/main" id="{A92A6CF9-D637-DA89-6E08-0D66C99F996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933117" y="2109697"/>
            <a:ext cx="417036" cy="415536"/>
          </a:xfrm>
          <a:custGeom>
            <a:avLst/>
            <a:gdLst/>
            <a:ahLst/>
            <a:cxnLst>
              <a:cxn ang="0">
                <a:pos x="2" y="160"/>
              </a:cxn>
              <a:cxn ang="0">
                <a:pos x="15" y="202"/>
              </a:cxn>
              <a:cxn ang="0">
                <a:pos x="70" y="259"/>
              </a:cxn>
              <a:cxn ang="0">
                <a:pos x="183" y="270"/>
              </a:cxn>
              <a:cxn ang="0">
                <a:pos x="242" y="232"/>
              </a:cxn>
              <a:cxn ang="0">
                <a:pos x="267" y="193"/>
              </a:cxn>
              <a:cxn ang="0">
                <a:pos x="278" y="139"/>
              </a:cxn>
              <a:cxn ang="0">
                <a:pos x="268" y="88"/>
              </a:cxn>
              <a:cxn ang="0">
                <a:pos x="237" y="40"/>
              </a:cxn>
              <a:cxn ang="0">
                <a:pos x="196" y="12"/>
              </a:cxn>
              <a:cxn ang="0">
                <a:pos x="171" y="3"/>
              </a:cxn>
              <a:cxn ang="0">
                <a:pos x="94" y="7"/>
              </a:cxn>
              <a:cxn ang="0">
                <a:pos x="48" y="34"/>
              </a:cxn>
              <a:cxn ang="0">
                <a:pos x="15" y="75"/>
              </a:cxn>
              <a:cxn ang="0">
                <a:pos x="115" y="9"/>
              </a:cxn>
              <a:cxn ang="0">
                <a:pos x="136" y="7"/>
              </a:cxn>
              <a:cxn ang="0">
                <a:pos x="155" y="14"/>
              </a:cxn>
              <a:cxn ang="0">
                <a:pos x="172" y="14"/>
              </a:cxn>
              <a:cxn ang="0">
                <a:pos x="187" y="18"/>
              </a:cxn>
              <a:cxn ang="0">
                <a:pos x="183" y="21"/>
              </a:cxn>
              <a:cxn ang="0">
                <a:pos x="161" y="30"/>
              </a:cxn>
              <a:cxn ang="0">
                <a:pos x="164" y="44"/>
              </a:cxn>
              <a:cxn ang="0">
                <a:pos x="177" y="53"/>
              </a:cxn>
              <a:cxn ang="0">
                <a:pos x="197" y="27"/>
              </a:cxn>
              <a:cxn ang="0">
                <a:pos x="211" y="32"/>
              </a:cxn>
              <a:cxn ang="0">
                <a:pos x="223" y="38"/>
              </a:cxn>
              <a:cxn ang="0">
                <a:pos x="229" y="57"/>
              </a:cxn>
              <a:cxn ang="0">
                <a:pos x="225" y="67"/>
              </a:cxn>
              <a:cxn ang="0">
                <a:pos x="218" y="59"/>
              </a:cxn>
              <a:cxn ang="0">
                <a:pos x="200" y="62"/>
              </a:cxn>
              <a:cxn ang="0">
                <a:pos x="212" y="69"/>
              </a:cxn>
              <a:cxn ang="0">
                <a:pos x="183" y="80"/>
              </a:cxn>
              <a:cxn ang="0">
                <a:pos x="169" y="90"/>
              </a:cxn>
              <a:cxn ang="0">
                <a:pos x="151" y="107"/>
              </a:cxn>
              <a:cxn ang="0">
                <a:pos x="140" y="118"/>
              </a:cxn>
              <a:cxn ang="0">
                <a:pos x="116" y="116"/>
              </a:cxn>
              <a:cxn ang="0">
                <a:pos x="97" y="140"/>
              </a:cxn>
              <a:cxn ang="0">
                <a:pos x="122" y="138"/>
              </a:cxn>
              <a:cxn ang="0">
                <a:pos x="118" y="153"/>
              </a:cxn>
              <a:cxn ang="0">
                <a:pos x="144" y="172"/>
              </a:cxn>
              <a:cxn ang="0">
                <a:pos x="163" y="164"/>
              </a:cxn>
              <a:cxn ang="0">
                <a:pos x="179" y="170"/>
              </a:cxn>
              <a:cxn ang="0">
                <a:pos x="195" y="175"/>
              </a:cxn>
              <a:cxn ang="0">
                <a:pos x="217" y="190"/>
              </a:cxn>
              <a:cxn ang="0">
                <a:pos x="234" y="202"/>
              </a:cxn>
              <a:cxn ang="0">
                <a:pos x="170" y="266"/>
              </a:cxn>
              <a:cxn ang="0">
                <a:pos x="150" y="237"/>
              </a:cxn>
              <a:cxn ang="0">
                <a:pos x="135" y="210"/>
              </a:cxn>
              <a:cxn ang="0">
                <a:pos x="142" y="191"/>
              </a:cxn>
              <a:cxn ang="0">
                <a:pos x="137" y="177"/>
              </a:cxn>
              <a:cxn ang="0">
                <a:pos x="119" y="161"/>
              </a:cxn>
              <a:cxn ang="0">
                <a:pos x="91" y="152"/>
              </a:cxn>
              <a:cxn ang="0">
                <a:pos x="75" y="139"/>
              </a:cxn>
              <a:cxn ang="0">
                <a:pos x="62" y="112"/>
              </a:cxn>
              <a:cxn ang="0">
                <a:pos x="65" y="133"/>
              </a:cxn>
              <a:cxn ang="0">
                <a:pos x="54" y="115"/>
              </a:cxn>
              <a:cxn ang="0">
                <a:pos x="47" y="92"/>
              </a:cxn>
              <a:cxn ang="0">
                <a:pos x="61" y="63"/>
              </a:cxn>
              <a:cxn ang="0">
                <a:pos x="58" y="46"/>
              </a:cxn>
            </a:cxnLst>
            <a:rect l="0" t="0" r="r" b="b"/>
            <a:pathLst>
              <a:path w="278" h="277">
                <a:moveTo>
                  <a:pt x="3" y="111"/>
                </a:moveTo>
                <a:cubicBezTo>
                  <a:pt x="2" y="113"/>
                  <a:pt x="2" y="115"/>
                  <a:pt x="2" y="117"/>
                </a:cubicBezTo>
                <a:cubicBezTo>
                  <a:pt x="1" y="120"/>
                  <a:pt x="1" y="122"/>
                  <a:pt x="1" y="124"/>
                </a:cubicBezTo>
                <a:cubicBezTo>
                  <a:pt x="0" y="129"/>
                  <a:pt x="0" y="134"/>
                  <a:pt x="0" y="139"/>
                </a:cubicBezTo>
                <a:cubicBezTo>
                  <a:pt x="0" y="143"/>
                  <a:pt x="0" y="148"/>
                  <a:pt x="1" y="153"/>
                </a:cubicBezTo>
                <a:cubicBezTo>
                  <a:pt x="1" y="155"/>
                  <a:pt x="1" y="157"/>
                  <a:pt x="2" y="160"/>
                </a:cubicBezTo>
                <a:cubicBezTo>
                  <a:pt x="2" y="162"/>
                  <a:pt x="2" y="164"/>
                  <a:pt x="3" y="167"/>
                </a:cubicBezTo>
                <a:cubicBezTo>
                  <a:pt x="3" y="169"/>
                  <a:pt x="4" y="171"/>
                  <a:pt x="4" y="173"/>
                </a:cubicBezTo>
                <a:cubicBezTo>
                  <a:pt x="5" y="178"/>
                  <a:pt x="7" y="182"/>
                  <a:pt x="8" y="186"/>
                </a:cubicBezTo>
                <a:cubicBezTo>
                  <a:pt x="9" y="188"/>
                  <a:pt x="10" y="191"/>
                  <a:pt x="11" y="193"/>
                </a:cubicBezTo>
                <a:cubicBezTo>
                  <a:pt x="12" y="195"/>
                  <a:pt x="13" y="197"/>
                  <a:pt x="14" y="199"/>
                </a:cubicBezTo>
                <a:cubicBezTo>
                  <a:pt x="14" y="200"/>
                  <a:pt x="15" y="201"/>
                  <a:pt x="15" y="202"/>
                </a:cubicBezTo>
                <a:cubicBezTo>
                  <a:pt x="16" y="204"/>
                  <a:pt x="17" y="206"/>
                  <a:pt x="18" y="208"/>
                </a:cubicBezTo>
                <a:cubicBezTo>
                  <a:pt x="22" y="214"/>
                  <a:pt x="25" y="219"/>
                  <a:pt x="30" y="224"/>
                </a:cubicBezTo>
                <a:cubicBezTo>
                  <a:pt x="32" y="227"/>
                  <a:pt x="34" y="230"/>
                  <a:pt x="36" y="232"/>
                </a:cubicBezTo>
                <a:cubicBezTo>
                  <a:pt x="38" y="234"/>
                  <a:pt x="39" y="235"/>
                  <a:pt x="41" y="237"/>
                </a:cubicBezTo>
                <a:cubicBezTo>
                  <a:pt x="42" y="238"/>
                  <a:pt x="44" y="240"/>
                  <a:pt x="45" y="241"/>
                </a:cubicBezTo>
                <a:cubicBezTo>
                  <a:pt x="53" y="248"/>
                  <a:pt x="61" y="254"/>
                  <a:pt x="70" y="259"/>
                </a:cubicBezTo>
                <a:cubicBezTo>
                  <a:pt x="72" y="260"/>
                  <a:pt x="74" y="261"/>
                  <a:pt x="76" y="262"/>
                </a:cubicBezTo>
                <a:cubicBezTo>
                  <a:pt x="80" y="264"/>
                  <a:pt x="84" y="266"/>
                  <a:pt x="88" y="268"/>
                </a:cubicBezTo>
                <a:cubicBezTo>
                  <a:pt x="90" y="269"/>
                  <a:pt x="92" y="269"/>
                  <a:pt x="94" y="270"/>
                </a:cubicBezTo>
                <a:cubicBezTo>
                  <a:pt x="108" y="275"/>
                  <a:pt x="123" y="277"/>
                  <a:pt x="139" y="277"/>
                </a:cubicBezTo>
                <a:cubicBezTo>
                  <a:pt x="149" y="277"/>
                  <a:pt x="160" y="276"/>
                  <a:pt x="170" y="274"/>
                </a:cubicBezTo>
                <a:cubicBezTo>
                  <a:pt x="174" y="273"/>
                  <a:pt x="179" y="272"/>
                  <a:pt x="183" y="270"/>
                </a:cubicBezTo>
                <a:cubicBezTo>
                  <a:pt x="186" y="269"/>
                  <a:pt x="188" y="269"/>
                  <a:pt x="190" y="268"/>
                </a:cubicBezTo>
                <a:cubicBezTo>
                  <a:pt x="194" y="266"/>
                  <a:pt x="198" y="264"/>
                  <a:pt x="202" y="262"/>
                </a:cubicBezTo>
                <a:cubicBezTo>
                  <a:pt x="204" y="261"/>
                  <a:pt x="206" y="260"/>
                  <a:pt x="208" y="259"/>
                </a:cubicBezTo>
                <a:cubicBezTo>
                  <a:pt x="217" y="254"/>
                  <a:pt x="225" y="248"/>
                  <a:pt x="232" y="241"/>
                </a:cubicBezTo>
                <a:cubicBezTo>
                  <a:pt x="234" y="240"/>
                  <a:pt x="236" y="238"/>
                  <a:pt x="237" y="237"/>
                </a:cubicBezTo>
                <a:cubicBezTo>
                  <a:pt x="239" y="235"/>
                  <a:pt x="240" y="234"/>
                  <a:pt x="242" y="232"/>
                </a:cubicBezTo>
                <a:cubicBezTo>
                  <a:pt x="244" y="230"/>
                  <a:pt x="246" y="227"/>
                  <a:pt x="248" y="224"/>
                </a:cubicBezTo>
                <a:cubicBezTo>
                  <a:pt x="251" y="220"/>
                  <a:pt x="254" y="216"/>
                  <a:pt x="257" y="211"/>
                </a:cubicBezTo>
                <a:cubicBezTo>
                  <a:pt x="258" y="210"/>
                  <a:pt x="259" y="209"/>
                  <a:pt x="259" y="208"/>
                </a:cubicBezTo>
                <a:cubicBezTo>
                  <a:pt x="260" y="206"/>
                  <a:pt x="262" y="204"/>
                  <a:pt x="263" y="202"/>
                </a:cubicBezTo>
                <a:cubicBezTo>
                  <a:pt x="263" y="201"/>
                  <a:pt x="264" y="200"/>
                  <a:pt x="264" y="199"/>
                </a:cubicBezTo>
                <a:cubicBezTo>
                  <a:pt x="265" y="197"/>
                  <a:pt x="266" y="195"/>
                  <a:pt x="267" y="193"/>
                </a:cubicBezTo>
                <a:cubicBezTo>
                  <a:pt x="268" y="191"/>
                  <a:pt x="269" y="188"/>
                  <a:pt x="269" y="186"/>
                </a:cubicBezTo>
                <a:cubicBezTo>
                  <a:pt x="271" y="182"/>
                  <a:pt x="272" y="178"/>
                  <a:pt x="273" y="173"/>
                </a:cubicBezTo>
                <a:cubicBezTo>
                  <a:pt x="274" y="171"/>
                  <a:pt x="274" y="169"/>
                  <a:pt x="275" y="167"/>
                </a:cubicBezTo>
                <a:cubicBezTo>
                  <a:pt x="275" y="164"/>
                  <a:pt x="276" y="162"/>
                  <a:pt x="276" y="160"/>
                </a:cubicBezTo>
                <a:cubicBezTo>
                  <a:pt x="277" y="157"/>
                  <a:pt x="277" y="155"/>
                  <a:pt x="277" y="153"/>
                </a:cubicBezTo>
                <a:cubicBezTo>
                  <a:pt x="278" y="148"/>
                  <a:pt x="278" y="143"/>
                  <a:pt x="278" y="139"/>
                </a:cubicBezTo>
                <a:cubicBezTo>
                  <a:pt x="278" y="134"/>
                  <a:pt x="278" y="129"/>
                  <a:pt x="277" y="124"/>
                </a:cubicBezTo>
                <a:cubicBezTo>
                  <a:pt x="277" y="122"/>
                  <a:pt x="277" y="120"/>
                  <a:pt x="276" y="117"/>
                </a:cubicBezTo>
                <a:cubicBezTo>
                  <a:pt x="276" y="115"/>
                  <a:pt x="275" y="113"/>
                  <a:pt x="275" y="111"/>
                </a:cubicBezTo>
                <a:cubicBezTo>
                  <a:pt x="274" y="108"/>
                  <a:pt x="274" y="106"/>
                  <a:pt x="273" y="104"/>
                </a:cubicBezTo>
                <a:cubicBezTo>
                  <a:pt x="272" y="99"/>
                  <a:pt x="271" y="95"/>
                  <a:pt x="269" y="91"/>
                </a:cubicBezTo>
                <a:cubicBezTo>
                  <a:pt x="269" y="90"/>
                  <a:pt x="269" y="89"/>
                  <a:pt x="268" y="88"/>
                </a:cubicBezTo>
                <a:cubicBezTo>
                  <a:pt x="267" y="85"/>
                  <a:pt x="266" y="81"/>
                  <a:pt x="264" y="78"/>
                </a:cubicBezTo>
                <a:cubicBezTo>
                  <a:pt x="264" y="77"/>
                  <a:pt x="263" y="76"/>
                  <a:pt x="263" y="75"/>
                </a:cubicBezTo>
                <a:cubicBezTo>
                  <a:pt x="262" y="73"/>
                  <a:pt x="260" y="71"/>
                  <a:pt x="259" y="69"/>
                </a:cubicBezTo>
                <a:cubicBezTo>
                  <a:pt x="256" y="64"/>
                  <a:pt x="252" y="58"/>
                  <a:pt x="248" y="53"/>
                </a:cubicBezTo>
                <a:cubicBezTo>
                  <a:pt x="246" y="50"/>
                  <a:pt x="244" y="48"/>
                  <a:pt x="242" y="45"/>
                </a:cubicBezTo>
                <a:cubicBezTo>
                  <a:pt x="240" y="44"/>
                  <a:pt x="239" y="42"/>
                  <a:pt x="237" y="40"/>
                </a:cubicBezTo>
                <a:cubicBezTo>
                  <a:pt x="236" y="39"/>
                  <a:pt x="234" y="37"/>
                  <a:pt x="232" y="36"/>
                </a:cubicBezTo>
                <a:cubicBezTo>
                  <a:pt x="229" y="33"/>
                  <a:pt x="226" y="30"/>
                  <a:pt x="222" y="28"/>
                </a:cubicBezTo>
                <a:cubicBezTo>
                  <a:pt x="218" y="24"/>
                  <a:pt x="213" y="21"/>
                  <a:pt x="208" y="18"/>
                </a:cubicBezTo>
                <a:cubicBezTo>
                  <a:pt x="206" y="17"/>
                  <a:pt x="204" y="16"/>
                  <a:pt x="202" y="15"/>
                </a:cubicBezTo>
                <a:cubicBezTo>
                  <a:pt x="201" y="14"/>
                  <a:pt x="200" y="14"/>
                  <a:pt x="199" y="14"/>
                </a:cubicBezTo>
                <a:cubicBezTo>
                  <a:pt x="198" y="13"/>
                  <a:pt x="197" y="12"/>
                  <a:pt x="196" y="12"/>
                </a:cubicBezTo>
                <a:cubicBezTo>
                  <a:pt x="196" y="12"/>
                  <a:pt x="195" y="12"/>
                  <a:pt x="195" y="11"/>
                </a:cubicBezTo>
                <a:cubicBezTo>
                  <a:pt x="193" y="11"/>
                  <a:pt x="191" y="10"/>
                  <a:pt x="190" y="9"/>
                </a:cubicBezTo>
                <a:cubicBezTo>
                  <a:pt x="190" y="9"/>
                  <a:pt x="190" y="9"/>
                  <a:pt x="190" y="9"/>
                </a:cubicBezTo>
                <a:cubicBezTo>
                  <a:pt x="188" y="9"/>
                  <a:pt x="186" y="8"/>
                  <a:pt x="184" y="7"/>
                </a:cubicBezTo>
                <a:cubicBezTo>
                  <a:pt x="184" y="7"/>
                  <a:pt x="184" y="7"/>
                  <a:pt x="183" y="7"/>
                </a:cubicBezTo>
                <a:cubicBezTo>
                  <a:pt x="179" y="6"/>
                  <a:pt x="175" y="4"/>
                  <a:pt x="171" y="3"/>
                </a:cubicBezTo>
                <a:cubicBezTo>
                  <a:pt x="169" y="3"/>
                  <a:pt x="168" y="3"/>
                  <a:pt x="167" y="3"/>
                </a:cubicBezTo>
                <a:cubicBezTo>
                  <a:pt x="166" y="2"/>
                  <a:pt x="165" y="2"/>
                  <a:pt x="164" y="2"/>
                </a:cubicBezTo>
                <a:cubicBezTo>
                  <a:pt x="157" y="1"/>
                  <a:pt x="149" y="0"/>
                  <a:pt x="141" y="0"/>
                </a:cubicBezTo>
                <a:cubicBezTo>
                  <a:pt x="141" y="0"/>
                  <a:pt x="140" y="0"/>
                  <a:pt x="139" y="0"/>
                </a:cubicBezTo>
                <a:cubicBezTo>
                  <a:pt x="137" y="0"/>
                  <a:pt x="136" y="0"/>
                  <a:pt x="135" y="0"/>
                </a:cubicBezTo>
                <a:cubicBezTo>
                  <a:pt x="121" y="0"/>
                  <a:pt x="107" y="3"/>
                  <a:pt x="94" y="7"/>
                </a:cubicBezTo>
                <a:cubicBezTo>
                  <a:pt x="92" y="8"/>
                  <a:pt x="90" y="9"/>
                  <a:pt x="88" y="9"/>
                </a:cubicBezTo>
                <a:cubicBezTo>
                  <a:pt x="87" y="10"/>
                  <a:pt x="87" y="10"/>
                  <a:pt x="86" y="10"/>
                </a:cubicBezTo>
                <a:cubicBezTo>
                  <a:pt x="85" y="11"/>
                  <a:pt x="83" y="11"/>
                  <a:pt x="82" y="12"/>
                </a:cubicBezTo>
                <a:cubicBezTo>
                  <a:pt x="80" y="13"/>
                  <a:pt x="78" y="14"/>
                  <a:pt x="76" y="15"/>
                </a:cubicBezTo>
                <a:cubicBezTo>
                  <a:pt x="74" y="16"/>
                  <a:pt x="72" y="17"/>
                  <a:pt x="70" y="18"/>
                </a:cubicBezTo>
                <a:cubicBezTo>
                  <a:pt x="62" y="23"/>
                  <a:pt x="55" y="28"/>
                  <a:pt x="48" y="34"/>
                </a:cubicBezTo>
                <a:cubicBezTo>
                  <a:pt x="47" y="34"/>
                  <a:pt x="46" y="35"/>
                  <a:pt x="45" y="36"/>
                </a:cubicBezTo>
                <a:cubicBezTo>
                  <a:pt x="44" y="37"/>
                  <a:pt x="42" y="39"/>
                  <a:pt x="41" y="40"/>
                </a:cubicBezTo>
                <a:cubicBezTo>
                  <a:pt x="39" y="42"/>
                  <a:pt x="38" y="44"/>
                  <a:pt x="36" y="45"/>
                </a:cubicBezTo>
                <a:cubicBezTo>
                  <a:pt x="34" y="48"/>
                  <a:pt x="32" y="50"/>
                  <a:pt x="30" y="53"/>
                </a:cubicBezTo>
                <a:cubicBezTo>
                  <a:pt x="25" y="58"/>
                  <a:pt x="22" y="64"/>
                  <a:pt x="18" y="69"/>
                </a:cubicBezTo>
                <a:cubicBezTo>
                  <a:pt x="17" y="71"/>
                  <a:pt x="16" y="73"/>
                  <a:pt x="15" y="75"/>
                </a:cubicBezTo>
                <a:cubicBezTo>
                  <a:pt x="15" y="76"/>
                  <a:pt x="14" y="77"/>
                  <a:pt x="14" y="78"/>
                </a:cubicBezTo>
                <a:cubicBezTo>
                  <a:pt x="12" y="81"/>
                  <a:pt x="11" y="85"/>
                  <a:pt x="10" y="88"/>
                </a:cubicBezTo>
                <a:cubicBezTo>
                  <a:pt x="9" y="89"/>
                  <a:pt x="9" y="90"/>
                  <a:pt x="8" y="91"/>
                </a:cubicBezTo>
                <a:cubicBezTo>
                  <a:pt x="7" y="95"/>
                  <a:pt x="5" y="99"/>
                  <a:pt x="4" y="104"/>
                </a:cubicBezTo>
                <a:cubicBezTo>
                  <a:pt x="4" y="106"/>
                  <a:pt x="3" y="108"/>
                  <a:pt x="3" y="111"/>
                </a:cubicBezTo>
                <a:moveTo>
                  <a:pt x="115" y="9"/>
                </a:moveTo>
                <a:cubicBezTo>
                  <a:pt x="116" y="10"/>
                  <a:pt x="116" y="10"/>
                  <a:pt x="116" y="10"/>
                </a:cubicBezTo>
                <a:cubicBezTo>
                  <a:pt x="118" y="10"/>
                  <a:pt x="119" y="10"/>
                  <a:pt x="121" y="10"/>
                </a:cubicBezTo>
                <a:cubicBezTo>
                  <a:pt x="122" y="10"/>
                  <a:pt x="123" y="10"/>
                  <a:pt x="125" y="10"/>
                </a:cubicBezTo>
                <a:cubicBezTo>
                  <a:pt x="127" y="10"/>
                  <a:pt x="131" y="13"/>
                  <a:pt x="133" y="12"/>
                </a:cubicBezTo>
                <a:cubicBezTo>
                  <a:pt x="134" y="11"/>
                  <a:pt x="134" y="11"/>
                  <a:pt x="134" y="10"/>
                </a:cubicBezTo>
                <a:cubicBezTo>
                  <a:pt x="135" y="9"/>
                  <a:pt x="135" y="8"/>
                  <a:pt x="136" y="7"/>
                </a:cubicBezTo>
                <a:cubicBezTo>
                  <a:pt x="137" y="7"/>
                  <a:pt x="138" y="7"/>
                  <a:pt x="139" y="7"/>
                </a:cubicBezTo>
                <a:cubicBezTo>
                  <a:pt x="148" y="7"/>
                  <a:pt x="157" y="8"/>
                  <a:pt x="165" y="10"/>
                </a:cubicBezTo>
                <a:cubicBezTo>
                  <a:pt x="165" y="11"/>
                  <a:pt x="164" y="10"/>
                  <a:pt x="163" y="11"/>
                </a:cubicBezTo>
                <a:cubicBezTo>
                  <a:pt x="162" y="11"/>
                  <a:pt x="161" y="12"/>
                  <a:pt x="160" y="12"/>
                </a:cubicBezTo>
                <a:cubicBezTo>
                  <a:pt x="158" y="13"/>
                  <a:pt x="155" y="12"/>
                  <a:pt x="153" y="12"/>
                </a:cubicBezTo>
                <a:cubicBezTo>
                  <a:pt x="153" y="13"/>
                  <a:pt x="154" y="13"/>
                  <a:pt x="155" y="14"/>
                </a:cubicBezTo>
                <a:cubicBezTo>
                  <a:pt x="157" y="15"/>
                  <a:pt x="159" y="15"/>
                  <a:pt x="162" y="14"/>
                </a:cubicBezTo>
                <a:cubicBezTo>
                  <a:pt x="163" y="14"/>
                  <a:pt x="165" y="15"/>
                  <a:pt x="166" y="14"/>
                </a:cubicBezTo>
                <a:cubicBezTo>
                  <a:pt x="167" y="13"/>
                  <a:pt x="167" y="12"/>
                  <a:pt x="168" y="11"/>
                </a:cubicBezTo>
                <a:cubicBezTo>
                  <a:pt x="168" y="11"/>
                  <a:pt x="169" y="11"/>
                  <a:pt x="169" y="11"/>
                </a:cubicBezTo>
                <a:cubicBezTo>
                  <a:pt x="171" y="11"/>
                  <a:pt x="172" y="11"/>
                  <a:pt x="173" y="12"/>
                </a:cubicBezTo>
                <a:cubicBezTo>
                  <a:pt x="173" y="13"/>
                  <a:pt x="172" y="13"/>
                  <a:pt x="172" y="14"/>
                </a:cubicBezTo>
                <a:cubicBezTo>
                  <a:pt x="173" y="14"/>
                  <a:pt x="175" y="14"/>
                  <a:pt x="176" y="12"/>
                </a:cubicBezTo>
                <a:cubicBezTo>
                  <a:pt x="176" y="13"/>
                  <a:pt x="177" y="13"/>
                  <a:pt x="177" y="13"/>
                </a:cubicBezTo>
                <a:cubicBezTo>
                  <a:pt x="179" y="13"/>
                  <a:pt x="181" y="14"/>
                  <a:pt x="183" y="15"/>
                </a:cubicBezTo>
                <a:cubicBezTo>
                  <a:pt x="186" y="16"/>
                  <a:pt x="189" y="17"/>
                  <a:pt x="192" y="18"/>
                </a:cubicBezTo>
                <a:cubicBezTo>
                  <a:pt x="191" y="19"/>
                  <a:pt x="191" y="19"/>
                  <a:pt x="190" y="19"/>
                </a:cubicBezTo>
                <a:cubicBezTo>
                  <a:pt x="189" y="19"/>
                  <a:pt x="189" y="17"/>
                  <a:pt x="187" y="18"/>
                </a:cubicBezTo>
                <a:cubicBezTo>
                  <a:pt x="187" y="20"/>
                  <a:pt x="189" y="20"/>
                  <a:pt x="190" y="21"/>
                </a:cubicBezTo>
                <a:cubicBezTo>
                  <a:pt x="191" y="22"/>
                  <a:pt x="193" y="23"/>
                  <a:pt x="193" y="24"/>
                </a:cubicBezTo>
                <a:cubicBezTo>
                  <a:pt x="192" y="27"/>
                  <a:pt x="190" y="24"/>
                  <a:pt x="188" y="24"/>
                </a:cubicBezTo>
                <a:cubicBezTo>
                  <a:pt x="186" y="24"/>
                  <a:pt x="183" y="28"/>
                  <a:pt x="181" y="25"/>
                </a:cubicBezTo>
                <a:cubicBezTo>
                  <a:pt x="181" y="23"/>
                  <a:pt x="183" y="23"/>
                  <a:pt x="184" y="21"/>
                </a:cubicBezTo>
                <a:cubicBezTo>
                  <a:pt x="183" y="21"/>
                  <a:pt x="183" y="21"/>
                  <a:pt x="183" y="21"/>
                </a:cubicBezTo>
                <a:cubicBezTo>
                  <a:pt x="182" y="22"/>
                  <a:pt x="181" y="22"/>
                  <a:pt x="180" y="22"/>
                </a:cubicBezTo>
                <a:cubicBezTo>
                  <a:pt x="180" y="23"/>
                  <a:pt x="179" y="23"/>
                  <a:pt x="177" y="24"/>
                </a:cubicBezTo>
                <a:cubicBezTo>
                  <a:pt x="176" y="24"/>
                  <a:pt x="175" y="24"/>
                  <a:pt x="174" y="24"/>
                </a:cubicBezTo>
                <a:cubicBezTo>
                  <a:pt x="173" y="25"/>
                  <a:pt x="171" y="26"/>
                  <a:pt x="169" y="27"/>
                </a:cubicBezTo>
                <a:cubicBezTo>
                  <a:pt x="169" y="27"/>
                  <a:pt x="168" y="27"/>
                  <a:pt x="167" y="27"/>
                </a:cubicBezTo>
                <a:cubicBezTo>
                  <a:pt x="165" y="28"/>
                  <a:pt x="163" y="29"/>
                  <a:pt x="161" y="30"/>
                </a:cubicBezTo>
                <a:cubicBezTo>
                  <a:pt x="159" y="31"/>
                  <a:pt x="157" y="32"/>
                  <a:pt x="156" y="33"/>
                </a:cubicBezTo>
                <a:cubicBezTo>
                  <a:pt x="155" y="33"/>
                  <a:pt x="154" y="35"/>
                  <a:pt x="154" y="36"/>
                </a:cubicBezTo>
                <a:cubicBezTo>
                  <a:pt x="154" y="37"/>
                  <a:pt x="156" y="37"/>
                  <a:pt x="156" y="38"/>
                </a:cubicBezTo>
                <a:cubicBezTo>
                  <a:pt x="156" y="39"/>
                  <a:pt x="155" y="40"/>
                  <a:pt x="155" y="41"/>
                </a:cubicBezTo>
                <a:cubicBezTo>
                  <a:pt x="156" y="41"/>
                  <a:pt x="157" y="41"/>
                  <a:pt x="158" y="41"/>
                </a:cubicBezTo>
                <a:cubicBezTo>
                  <a:pt x="161" y="41"/>
                  <a:pt x="162" y="43"/>
                  <a:pt x="164" y="44"/>
                </a:cubicBezTo>
                <a:cubicBezTo>
                  <a:pt x="165" y="45"/>
                  <a:pt x="167" y="46"/>
                  <a:pt x="169" y="46"/>
                </a:cubicBezTo>
                <a:cubicBezTo>
                  <a:pt x="171" y="46"/>
                  <a:pt x="173" y="45"/>
                  <a:pt x="173" y="47"/>
                </a:cubicBezTo>
                <a:cubicBezTo>
                  <a:pt x="174" y="48"/>
                  <a:pt x="171" y="49"/>
                  <a:pt x="171" y="50"/>
                </a:cubicBezTo>
                <a:cubicBezTo>
                  <a:pt x="172" y="51"/>
                  <a:pt x="171" y="52"/>
                  <a:pt x="171" y="53"/>
                </a:cubicBezTo>
                <a:cubicBezTo>
                  <a:pt x="171" y="54"/>
                  <a:pt x="172" y="56"/>
                  <a:pt x="173" y="56"/>
                </a:cubicBezTo>
                <a:cubicBezTo>
                  <a:pt x="174" y="56"/>
                  <a:pt x="177" y="55"/>
                  <a:pt x="177" y="53"/>
                </a:cubicBezTo>
                <a:cubicBezTo>
                  <a:pt x="178" y="51"/>
                  <a:pt x="178" y="49"/>
                  <a:pt x="179" y="48"/>
                </a:cubicBezTo>
                <a:cubicBezTo>
                  <a:pt x="186" y="48"/>
                  <a:pt x="192" y="44"/>
                  <a:pt x="191" y="37"/>
                </a:cubicBezTo>
                <a:cubicBezTo>
                  <a:pt x="191" y="37"/>
                  <a:pt x="191" y="36"/>
                  <a:pt x="191" y="35"/>
                </a:cubicBezTo>
                <a:cubicBezTo>
                  <a:pt x="191" y="34"/>
                  <a:pt x="193" y="33"/>
                  <a:pt x="193" y="31"/>
                </a:cubicBezTo>
                <a:cubicBezTo>
                  <a:pt x="194" y="31"/>
                  <a:pt x="194" y="30"/>
                  <a:pt x="195" y="30"/>
                </a:cubicBezTo>
                <a:cubicBezTo>
                  <a:pt x="195" y="29"/>
                  <a:pt x="196" y="28"/>
                  <a:pt x="197" y="27"/>
                </a:cubicBezTo>
                <a:cubicBezTo>
                  <a:pt x="197" y="27"/>
                  <a:pt x="197" y="27"/>
                  <a:pt x="197" y="27"/>
                </a:cubicBezTo>
                <a:cubicBezTo>
                  <a:pt x="198" y="27"/>
                  <a:pt x="198" y="27"/>
                  <a:pt x="199" y="27"/>
                </a:cubicBezTo>
                <a:cubicBezTo>
                  <a:pt x="200" y="28"/>
                  <a:pt x="201" y="28"/>
                  <a:pt x="203" y="28"/>
                </a:cubicBezTo>
                <a:cubicBezTo>
                  <a:pt x="203" y="28"/>
                  <a:pt x="204" y="27"/>
                  <a:pt x="205" y="28"/>
                </a:cubicBezTo>
                <a:cubicBezTo>
                  <a:pt x="207" y="28"/>
                  <a:pt x="207" y="30"/>
                  <a:pt x="209" y="30"/>
                </a:cubicBezTo>
                <a:cubicBezTo>
                  <a:pt x="210" y="31"/>
                  <a:pt x="211" y="31"/>
                  <a:pt x="211" y="32"/>
                </a:cubicBezTo>
                <a:cubicBezTo>
                  <a:pt x="211" y="34"/>
                  <a:pt x="209" y="34"/>
                  <a:pt x="209" y="35"/>
                </a:cubicBezTo>
                <a:cubicBezTo>
                  <a:pt x="209" y="35"/>
                  <a:pt x="209" y="35"/>
                  <a:pt x="209" y="35"/>
                </a:cubicBezTo>
                <a:cubicBezTo>
                  <a:pt x="210" y="37"/>
                  <a:pt x="211" y="38"/>
                  <a:pt x="212" y="38"/>
                </a:cubicBezTo>
                <a:cubicBezTo>
                  <a:pt x="213" y="38"/>
                  <a:pt x="214" y="37"/>
                  <a:pt x="215" y="37"/>
                </a:cubicBezTo>
                <a:cubicBezTo>
                  <a:pt x="217" y="36"/>
                  <a:pt x="218" y="35"/>
                  <a:pt x="219" y="34"/>
                </a:cubicBezTo>
                <a:cubicBezTo>
                  <a:pt x="220" y="35"/>
                  <a:pt x="222" y="36"/>
                  <a:pt x="223" y="38"/>
                </a:cubicBezTo>
                <a:cubicBezTo>
                  <a:pt x="223" y="38"/>
                  <a:pt x="223" y="39"/>
                  <a:pt x="223" y="39"/>
                </a:cubicBezTo>
                <a:cubicBezTo>
                  <a:pt x="224" y="41"/>
                  <a:pt x="223" y="42"/>
                  <a:pt x="223" y="44"/>
                </a:cubicBezTo>
                <a:cubicBezTo>
                  <a:pt x="223" y="46"/>
                  <a:pt x="227" y="46"/>
                  <a:pt x="228" y="47"/>
                </a:cubicBezTo>
                <a:cubicBezTo>
                  <a:pt x="229" y="48"/>
                  <a:pt x="229" y="49"/>
                  <a:pt x="229" y="49"/>
                </a:cubicBezTo>
                <a:cubicBezTo>
                  <a:pt x="230" y="50"/>
                  <a:pt x="231" y="50"/>
                  <a:pt x="231" y="51"/>
                </a:cubicBezTo>
                <a:cubicBezTo>
                  <a:pt x="231" y="54"/>
                  <a:pt x="229" y="54"/>
                  <a:pt x="229" y="57"/>
                </a:cubicBezTo>
                <a:cubicBezTo>
                  <a:pt x="228" y="58"/>
                  <a:pt x="227" y="58"/>
                  <a:pt x="227" y="59"/>
                </a:cubicBezTo>
                <a:cubicBezTo>
                  <a:pt x="227" y="62"/>
                  <a:pt x="231" y="60"/>
                  <a:pt x="232" y="62"/>
                </a:cubicBezTo>
                <a:cubicBezTo>
                  <a:pt x="232" y="63"/>
                  <a:pt x="231" y="64"/>
                  <a:pt x="231" y="65"/>
                </a:cubicBezTo>
                <a:cubicBezTo>
                  <a:pt x="232" y="66"/>
                  <a:pt x="232" y="69"/>
                  <a:pt x="230" y="69"/>
                </a:cubicBezTo>
                <a:cubicBezTo>
                  <a:pt x="229" y="69"/>
                  <a:pt x="229" y="67"/>
                  <a:pt x="227" y="67"/>
                </a:cubicBezTo>
                <a:cubicBezTo>
                  <a:pt x="227" y="67"/>
                  <a:pt x="226" y="67"/>
                  <a:pt x="225" y="67"/>
                </a:cubicBezTo>
                <a:cubicBezTo>
                  <a:pt x="224" y="66"/>
                  <a:pt x="223" y="66"/>
                  <a:pt x="222" y="66"/>
                </a:cubicBezTo>
                <a:cubicBezTo>
                  <a:pt x="221" y="66"/>
                  <a:pt x="219" y="66"/>
                  <a:pt x="218" y="65"/>
                </a:cubicBezTo>
                <a:cubicBezTo>
                  <a:pt x="219" y="63"/>
                  <a:pt x="222" y="61"/>
                  <a:pt x="224" y="59"/>
                </a:cubicBezTo>
                <a:cubicBezTo>
                  <a:pt x="225" y="58"/>
                  <a:pt x="226" y="58"/>
                  <a:pt x="226" y="56"/>
                </a:cubicBezTo>
                <a:cubicBezTo>
                  <a:pt x="224" y="55"/>
                  <a:pt x="223" y="57"/>
                  <a:pt x="222" y="57"/>
                </a:cubicBezTo>
                <a:cubicBezTo>
                  <a:pt x="220" y="58"/>
                  <a:pt x="219" y="59"/>
                  <a:pt x="218" y="59"/>
                </a:cubicBezTo>
                <a:cubicBezTo>
                  <a:pt x="215" y="60"/>
                  <a:pt x="212" y="58"/>
                  <a:pt x="210" y="60"/>
                </a:cubicBezTo>
                <a:cubicBezTo>
                  <a:pt x="209" y="61"/>
                  <a:pt x="212" y="60"/>
                  <a:pt x="212" y="62"/>
                </a:cubicBezTo>
                <a:cubicBezTo>
                  <a:pt x="211" y="62"/>
                  <a:pt x="210" y="62"/>
                  <a:pt x="209" y="62"/>
                </a:cubicBezTo>
                <a:cubicBezTo>
                  <a:pt x="208" y="61"/>
                  <a:pt x="209" y="60"/>
                  <a:pt x="208" y="60"/>
                </a:cubicBezTo>
                <a:cubicBezTo>
                  <a:pt x="208" y="59"/>
                  <a:pt x="205" y="59"/>
                  <a:pt x="203" y="59"/>
                </a:cubicBezTo>
                <a:cubicBezTo>
                  <a:pt x="202" y="59"/>
                  <a:pt x="200" y="60"/>
                  <a:pt x="200" y="62"/>
                </a:cubicBezTo>
                <a:cubicBezTo>
                  <a:pt x="202" y="63"/>
                  <a:pt x="205" y="61"/>
                  <a:pt x="206" y="63"/>
                </a:cubicBezTo>
                <a:cubicBezTo>
                  <a:pt x="205" y="65"/>
                  <a:pt x="202" y="66"/>
                  <a:pt x="203" y="68"/>
                </a:cubicBezTo>
                <a:cubicBezTo>
                  <a:pt x="203" y="69"/>
                  <a:pt x="204" y="71"/>
                  <a:pt x="205" y="71"/>
                </a:cubicBezTo>
                <a:cubicBezTo>
                  <a:pt x="206" y="71"/>
                  <a:pt x="206" y="70"/>
                  <a:pt x="207" y="70"/>
                </a:cubicBezTo>
                <a:cubicBezTo>
                  <a:pt x="208" y="70"/>
                  <a:pt x="208" y="71"/>
                  <a:pt x="209" y="71"/>
                </a:cubicBezTo>
                <a:cubicBezTo>
                  <a:pt x="210" y="70"/>
                  <a:pt x="211" y="68"/>
                  <a:pt x="212" y="69"/>
                </a:cubicBezTo>
                <a:cubicBezTo>
                  <a:pt x="214" y="71"/>
                  <a:pt x="211" y="72"/>
                  <a:pt x="209" y="73"/>
                </a:cubicBezTo>
                <a:cubicBezTo>
                  <a:pt x="206" y="74"/>
                  <a:pt x="203" y="74"/>
                  <a:pt x="201" y="75"/>
                </a:cubicBezTo>
                <a:cubicBezTo>
                  <a:pt x="200" y="75"/>
                  <a:pt x="197" y="79"/>
                  <a:pt x="196" y="76"/>
                </a:cubicBezTo>
                <a:cubicBezTo>
                  <a:pt x="196" y="74"/>
                  <a:pt x="198" y="75"/>
                  <a:pt x="198" y="73"/>
                </a:cubicBezTo>
                <a:cubicBezTo>
                  <a:pt x="196" y="73"/>
                  <a:pt x="194" y="74"/>
                  <a:pt x="192" y="75"/>
                </a:cubicBezTo>
                <a:cubicBezTo>
                  <a:pt x="189" y="76"/>
                  <a:pt x="184" y="77"/>
                  <a:pt x="183" y="80"/>
                </a:cubicBezTo>
                <a:cubicBezTo>
                  <a:pt x="183" y="81"/>
                  <a:pt x="183" y="82"/>
                  <a:pt x="183" y="83"/>
                </a:cubicBezTo>
                <a:cubicBezTo>
                  <a:pt x="183" y="83"/>
                  <a:pt x="180" y="83"/>
                  <a:pt x="179" y="83"/>
                </a:cubicBezTo>
                <a:cubicBezTo>
                  <a:pt x="178" y="84"/>
                  <a:pt x="177" y="85"/>
                  <a:pt x="176" y="85"/>
                </a:cubicBezTo>
                <a:cubicBezTo>
                  <a:pt x="175" y="85"/>
                  <a:pt x="174" y="85"/>
                  <a:pt x="174" y="85"/>
                </a:cubicBezTo>
                <a:cubicBezTo>
                  <a:pt x="173" y="86"/>
                  <a:pt x="172" y="87"/>
                  <a:pt x="171" y="88"/>
                </a:cubicBezTo>
                <a:cubicBezTo>
                  <a:pt x="170" y="89"/>
                  <a:pt x="169" y="89"/>
                  <a:pt x="169" y="90"/>
                </a:cubicBezTo>
                <a:cubicBezTo>
                  <a:pt x="168" y="90"/>
                  <a:pt x="168" y="92"/>
                  <a:pt x="166" y="93"/>
                </a:cubicBezTo>
                <a:cubicBezTo>
                  <a:pt x="165" y="93"/>
                  <a:pt x="165" y="92"/>
                  <a:pt x="164" y="93"/>
                </a:cubicBezTo>
                <a:cubicBezTo>
                  <a:pt x="164" y="94"/>
                  <a:pt x="165" y="97"/>
                  <a:pt x="164" y="99"/>
                </a:cubicBezTo>
                <a:cubicBezTo>
                  <a:pt x="162" y="100"/>
                  <a:pt x="160" y="101"/>
                  <a:pt x="158" y="103"/>
                </a:cubicBezTo>
                <a:cubicBezTo>
                  <a:pt x="157" y="103"/>
                  <a:pt x="155" y="104"/>
                  <a:pt x="154" y="104"/>
                </a:cubicBezTo>
                <a:cubicBezTo>
                  <a:pt x="153" y="105"/>
                  <a:pt x="152" y="106"/>
                  <a:pt x="151" y="107"/>
                </a:cubicBezTo>
                <a:cubicBezTo>
                  <a:pt x="148" y="108"/>
                  <a:pt x="144" y="110"/>
                  <a:pt x="144" y="115"/>
                </a:cubicBezTo>
                <a:cubicBezTo>
                  <a:pt x="144" y="116"/>
                  <a:pt x="145" y="117"/>
                  <a:pt x="145" y="118"/>
                </a:cubicBezTo>
                <a:cubicBezTo>
                  <a:pt x="145" y="118"/>
                  <a:pt x="145" y="119"/>
                  <a:pt x="145" y="120"/>
                </a:cubicBezTo>
                <a:cubicBezTo>
                  <a:pt x="145" y="121"/>
                  <a:pt x="146" y="123"/>
                  <a:pt x="145" y="124"/>
                </a:cubicBezTo>
                <a:cubicBezTo>
                  <a:pt x="143" y="123"/>
                  <a:pt x="140" y="123"/>
                  <a:pt x="139" y="122"/>
                </a:cubicBezTo>
                <a:cubicBezTo>
                  <a:pt x="139" y="120"/>
                  <a:pt x="140" y="119"/>
                  <a:pt x="140" y="118"/>
                </a:cubicBezTo>
                <a:cubicBezTo>
                  <a:pt x="139" y="117"/>
                  <a:pt x="138" y="115"/>
                  <a:pt x="137" y="115"/>
                </a:cubicBezTo>
                <a:cubicBezTo>
                  <a:pt x="136" y="114"/>
                  <a:pt x="135" y="115"/>
                  <a:pt x="134" y="115"/>
                </a:cubicBezTo>
                <a:cubicBezTo>
                  <a:pt x="133" y="115"/>
                  <a:pt x="132" y="114"/>
                  <a:pt x="131" y="114"/>
                </a:cubicBezTo>
                <a:cubicBezTo>
                  <a:pt x="129" y="113"/>
                  <a:pt x="127" y="114"/>
                  <a:pt x="125" y="114"/>
                </a:cubicBezTo>
                <a:cubicBezTo>
                  <a:pt x="123" y="115"/>
                  <a:pt x="122" y="117"/>
                  <a:pt x="119" y="117"/>
                </a:cubicBezTo>
                <a:cubicBezTo>
                  <a:pt x="118" y="117"/>
                  <a:pt x="117" y="116"/>
                  <a:pt x="116" y="116"/>
                </a:cubicBezTo>
                <a:cubicBezTo>
                  <a:pt x="115" y="115"/>
                  <a:pt x="113" y="115"/>
                  <a:pt x="112" y="115"/>
                </a:cubicBezTo>
                <a:cubicBezTo>
                  <a:pt x="109" y="115"/>
                  <a:pt x="107" y="117"/>
                  <a:pt x="105" y="118"/>
                </a:cubicBezTo>
                <a:cubicBezTo>
                  <a:pt x="103" y="119"/>
                  <a:pt x="101" y="121"/>
                  <a:pt x="100" y="123"/>
                </a:cubicBezTo>
                <a:cubicBezTo>
                  <a:pt x="100" y="124"/>
                  <a:pt x="100" y="125"/>
                  <a:pt x="100" y="126"/>
                </a:cubicBezTo>
                <a:cubicBezTo>
                  <a:pt x="99" y="127"/>
                  <a:pt x="99" y="128"/>
                  <a:pt x="98" y="128"/>
                </a:cubicBezTo>
                <a:cubicBezTo>
                  <a:pt x="97" y="131"/>
                  <a:pt x="95" y="135"/>
                  <a:pt x="97" y="140"/>
                </a:cubicBezTo>
                <a:cubicBezTo>
                  <a:pt x="97" y="140"/>
                  <a:pt x="99" y="144"/>
                  <a:pt x="99" y="145"/>
                </a:cubicBezTo>
                <a:cubicBezTo>
                  <a:pt x="100" y="146"/>
                  <a:pt x="102" y="147"/>
                  <a:pt x="104" y="147"/>
                </a:cubicBezTo>
                <a:cubicBezTo>
                  <a:pt x="105" y="147"/>
                  <a:pt x="106" y="146"/>
                  <a:pt x="107" y="146"/>
                </a:cubicBezTo>
                <a:cubicBezTo>
                  <a:pt x="108" y="146"/>
                  <a:pt x="110" y="146"/>
                  <a:pt x="111" y="146"/>
                </a:cubicBezTo>
                <a:cubicBezTo>
                  <a:pt x="114" y="145"/>
                  <a:pt x="113" y="140"/>
                  <a:pt x="117" y="139"/>
                </a:cubicBezTo>
                <a:cubicBezTo>
                  <a:pt x="118" y="138"/>
                  <a:pt x="120" y="138"/>
                  <a:pt x="122" y="138"/>
                </a:cubicBezTo>
                <a:cubicBezTo>
                  <a:pt x="123" y="138"/>
                  <a:pt x="123" y="140"/>
                  <a:pt x="123" y="141"/>
                </a:cubicBezTo>
                <a:cubicBezTo>
                  <a:pt x="123" y="141"/>
                  <a:pt x="122" y="142"/>
                  <a:pt x="122" y="143"/>
                </a:cubicBezTo>
                <a:cubicBezTo>
                  <a:pt x="122" y="144"/>
                  <a:pt x="122" y="145"/>
                  <a:pt x="121" y="146"/>
                </a:cubicBezTo>
                <a:cubicBezTo>
                  <a:pt x="121" y="147"/>
                  <a:pt x="120" y="148"/>
                  <a:pt x="119" y="149"/>
                </a:cubicBezTo>
                <a:cubicBezTo>
                  <a:pt x="119" y="149"/>
                  <a:pt x="119" y="150"/>
                  <a:pt x="119" y="151"/>
                </a:cubicBezTo>
                <a:cubicBezTo>
                  <a:pt x="119" y="152"/>
                  <a:pt x="118" y="152"/>
                  <a:pt x="118" y="153"/>
                </a:cubicBezTo>
                <a:cubicBezTo>
                  <a:pt x="121" y="155"/>
                  <a:pt x="125" y="153"/>
                  <a:pt x="128" y="153"/>
                </a:cubicBezTo>
                <a:cubicBezTo>
                  <a:pt x="129" y="154"/>
                  <a:pt x="132" y="155"/>
                  <a:pt x="132" y="157"/>
                </a:cubicBezTo>
                <a:cubicBezTo>
                  <a:pt x="132" y="158"/>
                  <a:pt x="131" y="159"/>
                  <a:pt x="130" y="161"/>
                </a:cubicBezTo>
                <a:cubicBezTo>
                  <a:pt x="130" y="162"/>
                  <a:pt x="129" y="165"/>
                  <a:pt x="129" y="166"/>
                </a:cubicBezTo>
                <a:cubicBezTo>
                  <a:pt x="129" y="169"/>
                  <a:pt x="133" y="173"/>
                  <a:pt x="136" y="173"/>
                </a:cubicBezTo>
                <a:cubicBezTo>
                  <a:pt x="138" y="173"/>
                  <a:pt x="140" y="170"/>
                  <a:pt x="144" y="172"/>
                </a:cubicBezTo>
                <a:cubicBezTo>
                  <a:pt x="145" y="172"/>
                  <a:pt x="146" y="174"/>
                  <a:pt x="147" y="174"/>
                </a:cubicBezTo>
                <a:cubicBezTo>
                  <a:pt x="148" y="174"/>
                  <a:pt x="150" y="172"/>
                  <a:pt x="150" y="171"/>
                </a:cubicBezTo>
                <a:cubicBezTo>
                  <a:pt x="151" y="169"/>
                  <a:pt x="151" y="168"/>
                  <a:pt x="153" y="167"/>
                </a:cubicBezTo>
                <a:cubicBezTo>
                  <a:pt x="154" y="166"/>
                  <a:pt x="156" y="167"/>
                  <a:pt x="158" y="166"/>
                </a:cubicBezTo>
                <a:cubicBezTo>
                  <a:pt x="159" y="166"/>
                  <a:pt x="159" y="165"/>
                  <a:pt x="160" y="164"/>
                </a:cubicBezTo>
                <a:cubicBezTo>
                  <a:pt x="161" y="164"/>
                  <a:pt x="162" y="163"/>
                  <a:pt x="163" y="164"/>
                </a:cubicBezTo>
                <a:cubicBezTo>
                  <a:pt x="164" y="165"/>
                  <a:pt x="161" y="165"/>
                  <a:pt x="162" y="167"/>
                </a:cubicBezTo>
                <a:cubicBezTo>
                  <a:pt x="164" y="168"/>
                  <a:pt x="165" y="165"/>
                  <a:pt x="167" y="165"/>
                </a:cubicBezTo>
                <a:cubicBezTo>
                  <a:pt x="167" y="165"/>
                  <a:pt x="169" y="166"/>
                  <a:pt x="170" y="166"/>
                </a:cubicBezTo>
                <a:cubicBezTo>
                  <a:pt x="171" y="167"/>
                  <a:pt x="171" y="168"/>
                  <a:pt x="173" y="168"/>
                </a:cubicBezTo>
                <a:cubicBezTo>
                  <a:pt x="173" y="168"/>
                  <a:pt x="175" y="168"/>
                  <a:pt x="176" y="168"/>
                </a:cubicBezTo>
                <a:cubicBezTo>
                  <a:pt x="177" y="168"/>
                  <a:pt x="178" y="170"/>
                  <a:pt x="179" y="170"/>
                </a:cubicBezTo>
                <a:cubicBezTo>
                  <a:pt x="181" y="169"/>
                  <a:pt x="182" y="168"/>
                  <a:pt x="183" y="168"/>
                </a:cubicBezTo>
                <a:cubicBezTo>
                  <a:pt x="185" y="167"/>
                  <a:pt x="186" y="168"/>
                  <a:pt x="188" y="170"/>
                </a:cubicBezTo>
                <a:cubicBezTo>
                  <a:pt x="189" y="170"/>
                  <a:pt x="189" y="168"/>
                  <a:pt x="190" y="169"/>
                </a:cubicBezTo>
                <a:cubicBezTo>
                  <a:pt x="189" y="170"/>
                  <a:pt x="190" y="171"/>
                  <a:pt x="191" y="172"/>
                </a:cubicBezTo>
                <a:cubicBezTo>
                  <a:pt x="191" y="172"/>
                  <a:pt x="191" y="173"/>
                  <a:pt x="191" y="173"/>
                </a:cubicBezTo>
                <a:cubicBezTo>
                  <a:pt x="192" y="174"/>
                  <a:pt x="194" y="174"/>
                  <a:pt x="195" y="175"/>
                </a:cubicBezTo>
                <a:cubicBezTo>
                  <a:pt x="196" y="175"/>
                  <a:pt x="196" y="177"/>
                  <a:pt x="198" y="178"/>
                </a:cubicBezTo>
                <a:cubicBezTo>
                  <a:pt x="199" y="179"/>
                  <a:pt x="201" y="181"/>
                  <a:pt x="203" y="181"/>
                </a:cubicBezTo>
                <a:cubicBezTo>
                  <a:pt x="204" y="181"/>
                  <a:pt x="206" y="181"/>
                  <a:pt x="207" y="181"/>
                </a:cubicBezTo>
                <a:cubicBezTo>
                  <a:pt x="210" y="181"/>
                  <a:pt x="212" y="183"/>
                  <a:pt x="214" y="184"/>
                </a:cubicBezTo>
                <a:cubicBezTo>
                  <a:pt x="215" y="185"/>
                  <a:pt x="217" y="186"/>
                  <a:pt x="217" y="187"/>
                </a:cubicBezTo>
                <a:cubicBezTo>
                  <a:pt x="217" y="188"/>
                  <a:pt x="217" y="189"/>
                  <a:pt x="217" y="190"/>
                </a:cubicBezTo>
                <a:cubicBezTo>
                  <a:pt x="218" y="192"/>
                  <a:pt x="221" y="193"/>
                  <a:pt x="220" y="196"/>
                </a:cubicBezTo>
                <a:cubicBezTo>
                  <a:pt x="220" y="197"/>
                  <a:pt x="221" y="197"/>
                  <a:pt x="222" y="198"/>
                </a:cubicBezTo>
                <a:cubicBezTo>
                  <a:pt x="223" y="198"/>
                  <a:pt x="224" y="199"/>
                  <a:pt x="225" y="199"/>
                </a:cubicBezTo>
                <a:cubicBezTo>
                  <a:pt x="225" y="200"/>
                  <a:pt x="226" y="199"/>
                  <a:pt x="227" y="199"/>
                </a:cubicBezTo>
                <a:cubicBezTo>
                  <a:pt x="228" y="199"/>
                  <a:pt x="229" y="200"/>
                  <a:pt x="231" y="201"/>
                </a:cubicBezTo>
                <a:cubicBezTo>
                  <a:pt x="232" y="201"/>
                  <a:pt x="233" y="201"/>
                  <a:pt x="234" y="202"/>
                </a:cubicBezTo>
                <a:cubicBezTo>
                  <a:pt x="234" y="202"/>
                  <a:pt x="235" y="204"/>
                  <a:pt x="235" y="204"/>
                </a:cubicBezTo>
                <a:cubicBezTo>
                  <a:pt x="236" y="205"/>
                  <a:pt x="237" y="204"/>
                  <a:pt x="238" y="204"/>
                </a:cubicBezTo>
                <a:cubicBezTo>
                  <a:pt x="240" y="204"/>
                  <a:pt x="242" y="205"/>
                  <a:pt x="244" y="205"/>
                </a:cubicBezTo>
                <a:cubicBezTo>
                  <a:pt x="245" y="205"/>
                  <a:pt x="245" y="205"/>
                  <a:pt x="246" y="205"/>
                </a:cubicBezTo>
                <a:cubicBezTo>
                  <a:pt x="248" y="205"/>
                  <a:pt x="249" y="206"/>
                  <a:pt x="251" y="208"/>
                </a:cubicBezTo>
                <a:cubicBezTo>
                  <a:pt x="233" y="237"/>
                  <a:pt x="204" y="258"/>
                  <a:pt x="170" y="266"/>
                </a:cubicBezTo>
                <a:cubicBezTo>
                  <a:pt x="170" y="265"/>
                  <a:pt x="169" y="264"/>
                  <a:pt x="169" y="262"/>
                </a:cubicBezTo>
                <a:cubicBezTo>
                  <a:pt x="169" y="260"/>
                  <a:pt x="169" y="258"/>
                  <a:pt x="169" y="255"/>
                </a:cubicBezTo>
                <a:cubicBezTo>
                  <a:pt x="169" y="253"/>
                  <a:pt x="168" y="250"/>
                  <a:pt x="168" y="249"/>
                </a:cubicBezTo>
                <a:cubicBezTo>
                  <a:pt x="167" y="247"/>
                  <a:pt x="164" y="245"/>
                  <a:pt x="162" y="244"/>
                </a:cubicBezTo>
                <a:cubicBezTo>
                  <a:pt x="161" y="244"/>
                  <a:pt x="160" y="243"/>
                  <a:pt x="159" y="243"/>
                </a:cubicBezTo>
                <a:cubicBezTo>
                  <a:pt x="156" y="242"/>
                  <a:pt x="151" y="239"/>
                  <a:pt x="150" y="237"/>
                </a:cubicBezTo>
                <a:cubicBezTo>
                  <a:pt x="150" y="236"/>
                  <a:pt x="150" y="235"/>
                  <a:pt x="150" y="234"/>
                </a:cubicBezTo>
                <a:cubicBezTo>
                  <a:pt x="149" y="233"/>
                  <a:pt x="148" y="231"/>
                  <a:pt x="147" y="230"/>
                </a:cubicBezTo>
                <a:cubicBezTo>
                  <a:pt x="145" y="227"/>
                  <a:pt x="143" y="224"/>
                  <a:pt x="142" y="221"/>
                </a:cubicBezTo>
                <a:cubicBezTo>
                  <a:pt x="141" y="219"/>
                  <a:pt x="140" y="218"/>
                  <a:pt x="139" y="216"/>
                </a:cubicBezTo>
                <a:cubicBezTo>
                  <a:pt x="138" y="216"/>
                  <a:pt x="136" y="215"/>
                  <a:pt x="136" y="214"/>
                </a:cubicBezTo>
                <a:cubicBezTo>
                  <a:pt x="136" y="213"/>
                  <a:pt x="135" y="211"/>
                  <a:pt x="135" y="210"/>
                </a:cubicBezTo>
                <a:cubicBezTo>
                  <a:pt x="135" y="208"/>
                  <a:pt x="138" y="207"/>
                  <a:pt x="138" y="206"/>
                </a:cubicBezTo>
                <a:cubicBezTo>
                  <a:pt x="138" y="205"/>
                  <a:pt x="136" y="204"/>
                  <a:pt x="136" y="203"/>
                </a:cubicBezTo>
                <a:cubicBezTo>
                  <a:pt x="135" y="201"/>
                  <a:pt x="136" y="200"/>
                  <a:pt x="137" y="198"/>
                </a:cubicBezTo>
                <a:cubicBezTo>
                  <a:pt x="138" y="197"/>
                  <a:pt x="138" y="196"/>
                  <a:pt x="138" y="196"/>
                </a:cubicBezTo>
                <a:cubicBezTo>
                  <a:pt x="139" y="195"/>
                  <a:pt x="140" y="195"/>
                  <a:pt x="141" y="194"/>
                </a:cubicBezTo>
                <a:cubicBezTo>
                  <a:pt x="141" y="193"/>
                  <a:pt x="141" y="192"/>
                  <a:pt x="142" y="191"/>
                </a:cubicBezTo>
                <a:cubicBezTo>
                  <a:pt x="143" y="190"/>
                  <a:pt x="145" y="189"/>
                  <a:pt x="145" y="188"/>
                </a:cubicBezTo>
                <a:cubicBezTo>
                  <a:pt x="146" y="187"/>
                  <a:pt x="146" y="181"/>
                  <a:pt x="145" y="180"/>
                </a:cubicBezTo>
                <a:cubicBezTo>
                  <a:pt x="145" y="178"/>
                  <a:pt x="144" y="178"/>
                  <a:pt x="144" y="177"/>
                </a:cubicBezTo>
                <a:cubicBezTo>
                  <a:pt x="143" y="175"/>
                  <a:pt x="143" y="173"/>
                  <a:pt x="141" y="173"/>
                </a:cubicBezTo>
                <a:cubicBezTo>
                  <a:pt x="140" y="173"/>
                  <a:pt x="139" y="174"/>
                  <a:pt x="138" y="175"/>
                </a:cubicBezTo>
                <a:cubicBezTo>
                  <a:pt x="138" y="176"/>
                  <a:pt x="138" y="177"/>
                  <a:pt x="137" y="177"/>
                </a:cubicBezTo>
                <a:cubicBezTo>
                  <a:pt x="135" y="178"/>
                  <a:pt x="135" y="176"/>
                  <a:pt x="133" y="175"/>
                </a:cubicBezTo>
                <a:cubicBezTo>
                  <a:pt x="132" y="175"/>
                  <a:pt x="131" y="175"/>
                  <a:pt x="130" y="175"/>
                </a:cubicBezTo>
                <a:cubicBezTo>
                  <a:pt x="129" y="174"/>
                  <a:pt x="128" y="172"/>
                  <a:pt x="127" y="171"/>
                </a:cubicBezTo>
                <a:cubicBezTo>
                  <a:pt x="126" y="170"/>
                  <a:pt x="124" y="171"/>
                  <a:pt x="124" y="170"/>
                </a:cubicBezTo>
                <a:cubicBezTo>
                  <a:pt x="123" y="169"/>
                  <a:pt x="124" y="168"/>
                  <a:pt x="124" y="167"/>
                </a:cubicBezTo>
                <a:cubicBezTo>
                  <a:pt x="122" y="166"/>
                  <a:pt x="120" y="162"/>
                  <a:pt x="119" y="161"/>
                </a:cubicBezTo>
                <a:cubicBezTo>
                  <a:pt x="117" y="161"/>
                  <a:pt x="115" y="161"/>
                  <a:pt x="114" y="160"/>
                </a:cubicBezTo>
                <a:cubicBezTo>
                  <a:pt x="113" y="160"/>
                  <a:pt x="112" y="160"/>
                  <a:pt x="112" y="159"/>
                </a:cubicBezTo>
                <a:cubicBezTo>
                  <a:pt x="111" y="159"/>
                  <a:pt x="110" y="159"/>
                  <a:pt x="109" y="159"/>
                </a:cubicBezTo>
                <a:cubicBezTo>
                  <a:pt x="106" y="157"/>
                  <a:pt x="104" y="153"/>
                  <a:pt x="101" y="153"/>
                </a:cubicBezTo>
                <a:cubicBezTo>
                  <a:pt x="99" y="153"/>
                  <a:pt x="98" y="154"/>
                  <a:pt x="96" y="154"/>
                </a:cubicBezTo>
                <a:cubicBezTo>
                  <a:pt x="95" y="154"/>
                  <a:pt x="93" y="153"/>
                  <a:pt x="91" y="152"/>
                </a:cubicBezTo>
                <a:cubicBezTo>
                  <a:pt x="89" y="151"/>
                  <a:pt x="87" y="151"/>
                  <a:pt x="85" y="150"/>
                </a:cubicBezTo>
                <a:cubicBezTo>
                  <a:pt x="84" y="150"/>
                  <a:pt x="83" y="148"/>
                  <a:pt x="82" y="148"/>
                </a:cubicBezTo>
                <a:cubicBezTo>
                  <a:pt x="82" y="148"/>
                  <a:pt x="80" y="147"/>
                  <a:pt x="80" y="147"/>
                </a:cubicBezTo>
                <a:cubicBezTo>
                  <a:pt x="79" y="147"/>
                  <a:pt x="78" y="146"/>
                  <a:pt x="77" y="145"/>
                </a:cubicBezTo>
                <a:cubicBezTo>
                  <a:pt x="75" y="144"/>
                  <a:pt x="74" y="143"/>
                  <a:pt x="74" y="142"/>
                </a:cubicBezTo>
                <a:cubicBezTo>
                  <a:pt x="74" y="141"/>
                  <a:pt x="75" y="140"/>
                  <a:pt x="75" y="139"/>
                </a:cubicBezTo>
                <a:cubicBezTo>
                  <a:pt x="76" y="135"/>
                  <a:pt x="73" y="133"/>
                  <a:pt x="71" y="130"/>
                </a:cubicBezTo>
                <a:cubicBezTo>
                  <a:pt x="70" y="129"/>
                  <a:pt x="69" y="128"/>
                  <a:pt x="68" y="126"/>
                </a:cubicBezTo>
                <a:cubicBezTo>
                  <a:pt x="68" y="125"/>
                  <a:pt x="68" y="125"/>
                  <a:pt x="68" y="124"/>
                </a:cubicBezTo>
                <a:cubicBezTo>
                  <a:pt x="67" y="123"/>
                  <a:pt x="66" y="122"/>
                  <a:pt x="65" y="121"/>
                </a:cubicBezTo>
                <a:cubicBezTo>
                  <a:pt x="64" y="119"/>
                  <a:pt x="62" y="118"/>
                  <a:pt x="62" y="117"/>
                </a:cubicBezTo>
                <a:cubicBezTo>
                  <a:pt x="62" y="115"/>
                  <a:pt x="63" y="113"/>
                  <a:pt x="62" y="112"/>
                </a:cubicBezTo>
                <a:cubicBezTo>
                  <a:pt x="61" y="109"/>
                  <a:pt x="57" y="110"/>
                  <a:pt x="58" y="114"/>
                </a:cubicBezTo>
                <a:cubicBezTo>
                  <a:pt x="58" y="115"/>
                  <a:pt x="59" y="116"/>
                  <a:pt x="60" y="117"/>
                </a:cubicBezTo>
                <a:cubicBezTo>
                  <a:pt x="60" y="118"/>
                  <a:pt x="60" y="119"/>
                  <a:pt x="60" y="121"/>
                </a:cubicBezTo>
                <a:cubicBezTo>
                  <a:pt x="61" y="122"/>
                  <a:pt x="62" y="123"/>
                  <a:pt x="62" y="124"/>
                </a:cubicBezTo>
                <a:cubicBezTo>
                  <a:pt x="63" y="126"/>
                  <a:pt x="63" y="128"/>
                  <a:pt x="64" y="130"/>
                </a:cubicBezTo>
                <a:cubicBezTo>
                  <a:pt x="64" y="131"/>
                  <a:pt x="66" y="132"/>
                  <a:pt x="65" y="133"/>
                </a:cubicBezTo>
                <a:cubicBezTo>
                  <a:pt x="63" y="133"/>
                  <a:pt x="63" y="132"/>
                  <a:pt x="62" y="131"/>
                </a:cubicBezTo>
                <a:cubicBezTo>
                  <a:pt x="62" y="131"/>
                  <a:pt x="60" y="130"/>
                  <a:pt x="60" y="129"/>
                </a:cubicBezTo>
                <a:cubicBezTo>
                  <a:pt x="59" y="128"/>
                  <a:pt x="60" y="127"/>
                  <a:pt x="60" y="126"/>
                </a:cubicBezTo>
                <a:cubicBezTo>
                  <a:pt x="59" y="124"/>
                  <a:pt x="55" y="124"/>
                  <a:pt x="55" y="121"/>
                </a:cubicBezTo>
                <a:cubicBezTo>
                  <a:pt x="55" y="120"/>
                  <a:pt x="57" y="120"/>
                  <a:pt x="57" y="119"/>
                </a:cubicBezTo>
                <a:cubicBezTo>
                  <a:pt x="57" y="117"/>
                  <a:pt x="55" y="116"/>
                  <a:pt x="54" y="115"/>
                </a:cubicBezTo>
                <a:cubicBezTo>
                  <a:pt x="54" y="114"/>
                  <a:pt x="54" y="112"/>
                  <a:pt x="54" y="110"/>
                </a:cubicBezTo>
                <a:cubicBezTo>
                  <a:pt x="54" y="109"/>
                  <a:pt x="54" y="107"/>
                  <a:pt x="54" y="106"/>
                </a:cubicBezTo>
                <a:cubicBezTo>
                  <a:pt x="53" y="105"/>
                  <a:pt x="52" y="103"/>
                  <a:pt x="51" y="103"/>
                </a:cubicBezTo>
                <a:cubicBezTo>
                  <a:pt x="49" y="102"/>
                  <a:pt x="48" y="103"/>
                  <a:pt x="48" y="101"/>
                </a:cubicBezTo>
                <a:cubicBezTo>
                  <a:pt x="47" y="101"/>
                  <a:pt x="47" y="99"/>
                  <a:pt x="47" y="98"/>
                </a:cubicBezTo>
                <a:cubicBezTo>
                  <a:pt x="46" y="96"/>
                  <a:pt x="47" y="94"/>
                  <a:pt x="47" y="92"/>
                </a:cubicBezTo>
                <a:cubicBezTo>
                  <a:pt x="46" y="90"/>
                  <a:pt x="46" y="88"/>
                  <a:pt x="47" y="86"/>
                </a:cubicBezTo>
                <a:cubicBezTo>
                  <a:pt x="47" y="85"/>
                  <a:pt x="49" y="84"/>
                  <a:pt x="49" y="83"/>
                </a:cubicBezTo>
                <a:cubicBezTo>
                  <a:pt x="50" y="82"/>
                  <a:pt x="50" y="80"/>
                  <a:pt x="51" y="79"/>
                </a:cubicBezTo>
                <a:cubicBezTo>
                  <a:pt x="52" y="77"/>
                  <a:pt x="54" y="76"/>
                  <a:pt x="56" y="74"/>
                </a:cubicBezTo>
                <a:cubicBezTo>
                  <a:pt x="57" y="72"/>
                  <a:pt x="59" y="70"/>
                  <a:pt x="60" y="67"/>
                </a:cubicBezTo>
                <a:cubicBezTo>
                  <a:pt x="60" y="66"/>
                  <a:pt x="61" y="64"/>
                  <a:pt x="61" y="63"/>
                </a:cubicBezTo>
                <a:cubicBezTo>
                  <a:pt x="61" y="62"/>
                  <a:pt x="58" y="61"/>
                  <a:pt x="58" y="59"/>
                </a:cubicBezTo>
                <a:cubicBezTo>
                  <a:pt x="59" y="58"/>
                  <a:pt x="60" y="58"/>
                  <a:pt x="61" y="57"/>
                </a:cubicBezTo>
                <a:cubicBezTo>
                  <a:pt x="61" y="57"/>
                  <a:pt x="61" y="55"/>
                  <a:pt x="61" y="54"/>
                </a:cubicBezTo>
                <a:cubicBezTo>
                  <a:pt x="61" y="53"/>
                  <a:pt x="60" y="51"/>
                  <a:pt x="61" y="50"/>
                </a:cubicBezTo>
                <a:cubicBezTo>
                  <a:pt x="61" y="49"/>
                  <a:pt x="63" y="48"/>
                  <a:pt x="62" y="47"/>
                </a:cubicBezTo>
                <a:cubicBezTo>
                  <a:pt x="61" y="45"/>
                  <a:pt x="59" y="47"/>
                  <a:pt x="58" y="46"/>
                </a:cubicBezTo>
                <a:cubicBezTo>
                  <a:pt x="57" y="46"/>
                  <a:pt x="58" y="45"/>
                  <a:pt x="58" y="43"/>
                </a:cubicBezTo>
                <a:cubicBezTo>
                  <a:pt x="58" y="42"/>
                  <a:pt x="58" y="42"/>
                  <a:pt x="58" y="41"/>
                </a:cubicBezTo>
                <a:cubicBezTo>
                  <a:pt x="58" y="41"/>
                  <a:pt x="59" y="39"/>
                  <a:pt x="59" y="39"/>
                </a:cubicBezTo>
                <a:cubicBezTo>
                  <a:pt x="58" y="38"/>
                  <a:pt x="58" y="37"/>
                  <a:pt x="57" y="36"/>
                </a:cubicBezTo>
                <a:cubicBezTo>
                  <a:pt x="74" y="23"/>
                  <a:pt x="94" y="13"/>
                  <a:pt x="115" y="9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218">
            <a:extLst>
              <a:ext uri="{FF2B5EF4-FFF2-40B4-BE49-F238E27FC236}">
                <a16:creationId xmlns:a16="http://schemas.microsoft.com/office/drawing/2014/main" id="{A288DE36-08B0-8463-60DB-05725DFD8A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721252" y="4436014"/>
            <a:ext cx="385535" cy="384032"/>
          </a:xfrm>
          <a:custGeom>
            <a:avLst/>
            <a:gdLst/>
            <a:ahLst/>
            <a:cxnLst>
              <a:cxn ang="0">
                <a:pos x="0" y="128"/>
              </a:cxn>
              <a:cxn ang="0">
                <a:pos x="257" y="128"/>
              </a:cxn>
              <a:cxn ang="0">
                <a:pos x="173" y="226"/>
              </a:cxn>
              <a:cxn ang="0">
                <a:pos x="189" y="189"/>
              </a:cxn>
              <a:cxn ang="0">
                <a:pos x="227" y="173"/>
              </a:cxn>
              <a:cxn ang="0">
                <a:pos x="30" y="173"/>
              </a:cxn>
              <a:cxn ang="0">
                <a:pos x="68" y="189"/>
              </a:cxn>
              <a:cxn ang="0">
                <a:pos x="84" y="226"/>
              </a:cxn>
              <a:cxn ang="0">
                <a:pos x="84" y="30"/>
              </a:cxn>
              <a:cxn ang="0">
                <a:pos x="68" y="67"/>
              </a:cxn>
              <a:cxn ang="0">
                <a:pos x="30" y="83"/>
              </a:cxn>
              <a:cxn ang="0">
                <a:pos x="234" y="118"/>
              </a:cxn>
              <a:cxn ang="0">
                <a:pos x="194" y="90"/>
              </a:cxn>
              <a:cxn ang="0">
                <a:pos x="194" y="166"/>
              </a:cxn>
              <a:cxn ang="0">
                <a:pos x="234" y="138"/>
              </a:cxn>
              <a:cxn ang="0">
                <a:pos x="23" y="138"/>
              </a:cxn>
              <a:cxn ang="0">
                <a:pos x="63" y="166"/>
              </a:cxn>
              <a:cxn ang="0">
                <a:pos x="63" y="90"/>
              </a:cxn>
              <a:cxn ang="0">
                <a:pos x="23" y="118"/>
              </a:cxn>
              <a:cxn ang="0">
                <a:pos x="176" y="118"/>
              </a:cxn>
              <a:cxn ang="0">
                <a:pos x="138" y="80"/>
              </a:cxn>
              <a:cxn ang="0">
                <a:pos x="176" y="118"/>
              </a:cxn>
              <a:cxn ang="0">
                <a:pos x="138" y="176"/>
              </a:cxn>
              <a:cxn ang="0">
                <a:pos x="176" y="138"/>
              </a:cxn>
              <a:cxn ang="0">
                <a:pos x="80" y="138"/>
              </a:cxn>
              <a:cxn ang="0">
                <a:pos x="118" y="176"/>
              </a:cxn>
              <a:cxn ang="0">
                <a:pos x="80" y="138"/>
              </a:cxn>
              <a:cxn ang="0">
                <a:pos x="118" y="80"/>
              </a:cxn>
              <a:cxn ang="0">
                <a:pos x="80" y="118"/>
              </a:cxn>
              <a:cxn ang="0">
                <a:pos x="138" y="60"/>
              </a:cxn>
              <a:cxn ang="0">
                <a:pos x="166" y="62"/>
              </a:cxn>
              <a:cxn ang="0">
                <a:pos x="118" y="22"/>
              </a:cxn>
              <a:cxn ang="0">
                <a:pos x="91" y="62"/>
              </a:cxn>
              <a:cxn ang="0">
                <a:pos x="118" y="196"/>
              </a:cxn>
              <a:cxn ang="0">
                <a:pos x="91" y="193"/>
              </a:cxn>
              <a:cxn ang="0">
                <a:pos x="138" y="233"/>
              </a:cxn>
              <a:cxn ang="0">
                <a:pos x="166" y="193"/>
              </a:cxn>
              <a:cxn ang="0">
                <a:pos x="216" y="77"/>
              </a:cxn>
              <a:cxn ang="0">
                <a:pos x="179" y="40"/>
              </a:cxn>
              <a:cxn ang="0">
                <a:pos x="227" y="83"/>
              </a:cxn>
            </a:cxnLst>
            <a:rect l="0" t="0" r="r" b="b"/>
            <a:pathLst>
              <a:path w="257" h="256">
                <a:moveTo>
                  <a:pt x="128" y="0"/>
                </a:moveTo>
                <a:cubicBezTo>
                  <a:pt x="58" y="0"/>
                  <a:pt x="0" y="57"/>
                  <a:pt x="0" y="128"/>
                </a:cubicBezTo>
                <a:cubicBezTo>
                  <a:pt x="0" y="199"/>
                  <a:pt x="58" y="256"/>
                  <a:pt x="128" y="256"/>
                </a:cubicBezTo>
                <a:cubicBezTo>
                  <a:pt x="199" y="256"/>
                  <a:pt x="257" y="199"/>
                  <a:pt x="257" y="128"/>
                </a:cubicBezTo>
                <a:cubicBezTo>
                  <a:pt x="257" y="57"/>
                  <a:pt x="199" y="0"/>
                  <a:pt x="128" y="0"/>
                </a:cubicBezTo>
                <a:moveTo>
                  <a:pt x="173" y="226"/>
                </a:moveTo>
                <a:cubicBezTo>
                  <a:pt x="175" y="223"/>
                  <a:pt x="177" y="220"/>
                  <a:pt x="179" y="216"/>
                </a:cubicBezTo>
                <a:cubicBezTo>
                  <a:pt x="183" y="208"/>
                  <a:pt x="186" y="198"/>
                  <a:pt x="189" y="189"/>
                </a:cubicBezTo>
                <a:cubicBezTo>
                  <a:pt x="199" y="186"/>
                  <a:pt x="208" y="182"/>
                  <a:pt x="216" y="178"/>
                </a:cubicBezTo>
                <a:cubicBezTo>
                  <a:pt x="220" y="176"/>
                  <a:pt x="223" y="175"/>
                  <a:pt x="227" y="173"/>
                </a:cubicBezTo>
                <a:cubicBezTo>
                  <a:pt x="216" y="196"/>
                  <a:pt x="197" y="215"/>
                  <a:pt x="173" y="226"/>
                </a:cubicBezTo>
                <a:moveTo>
                  <a:pt x="30" y="173"/>
                </a:moveTo>
                <a:cubicBezTo>
                  <a:pt x="33" y="175"/>
                  <a:pt x="37" y="176"/>
                  <a:pt x="40" y="178"/>
                </a:cubicBezTo>
                <a:cubicBezTo>
                  <a:pt x="49" y="182"/>
                  <a:pt x="58" y="186"/>
                  <a:pt x="68" y="189"/>
                </a:cubicBezTo>
                <a:cubicBezTo>
                  <a:pt x="70" y="198"/>
                  <a:pt x="74" y="208"/>
                  <a:pt x="78" y="216"/>
                </a:cubicBezTo>
                <a:cubicBezTo>
                  <a:pt x="80" y="220"/>
                  <a:pt x="82" y="223"/>
                  <a:pt x="84" y="226"/>
                </a:cubicBezTo>
                <a:cubicBezTo>
                  <a:pt x="60" y="215"/>
                  <a:pt x="41" y="196"/>
                  <a:pt x="30" y="173"/>
                </a:cubicBezTo>
                <a:moveTo>
                  <a:pt x="84" y="30"/>
                </a:moveTo>
                <a:cubicBezTo>
                  <a:pt x="82" y="33"/>
                  <a:pt x="80" y="36"/>
                  <a:pt x="78" y="40"/>
                </a:cubicBezTo>
                <a:cubicBezTo>
                  <a:pt x="74" y="48"/>
                  <a:pt x="70" y="57"/>
                  <a:pt x="68" y="67"/>
                </a:cubicBezTo>
                <a:cubicBezTo>
                  <a:pt x="58" y="70"/>
                  <a:pt x="49" y="73"/>
                  <a:pt x="40" y="77"/>
                </a:cubicBezTo>
                <a:cubicBezTo>
                  <a:pt x="37" y="79"/>
                  <a:pt x="33" y="81"/>
                  <a:pt x="30" y="83"/>
                </a:cubicBezTo>
                <a:cubicBezTo>
                  <a:pt x="41" y="59"/>
                  <a:pt x="60" y="40"/>
                  <a:pt x="84" y="30"/>
                </a:cubicBezTo>
                <a:moveTo>
                  <a:pt x="234" y="118"/>
                </a:moveTo>
                <a:cubicBezTo>
                  <a:pt x="197" y="118"/>
                  <a:pt x="197" y="118"/>
                  <a:pt x="197" y="118"/>
                </a:cubicBezTo>
                <a:cubicBezTo>
                  <a:pt x="196" y="108"/>
                  <a:pt x="195" y="99"/>
                  <a:pt x="194" y="90"/>
                </a:cubicBezTo>
                <a:cubicBezTo>
                  <a:pt x="213" y="97"/>
                  <a:pt x="228" y="107"/>
                  <a:pt x="234" y="118"/>
                </a:cubicBezTo>
                <a:moveTo>
                  <a:pt x="194" y="166"/>
                </a:moveTo>
                <a:cubicBezTo>
                  <a:pt x="195" y="157"/>
                  <a:pt x="196" y="147"/>
                  <a:pt x="197" y="138"/>
                </a:cubicBezTo>
                <a:cubicBezTo>
                  <a:pt x="234" y="138"/>
                  <a:pt x="234" y="138"/>
                  <a:pt x="234" y="138"/>
                </a:cubicBezTo>
                <a:cubicBezTo>
                  <a:pt x="228" y="149"/>
                  <a:pt x="213" y="159"/>
                  <a:pt x="194" y="166"/>
                </a:cubicBezTo>
                <a:moveTo>
                  <a:pt x="23" y="138"/>
                </a:moveTo>
                <a:cubicBezTo>
                  <a:pt x="60" y="138"/>
                  <a:pt x="60" y="138"/>
                  <a:pt x="60" y="138"/>
                </a:cubicBezTo>
                <a:cubicBezTo>
                  <a:pt x="60" y="147"/>
                  <a:pt x="61" y="157"/>
                  <a:pt x="63" y="166"/>
                </a:cubicBezTo>
                <a:cubicBezTo>
                  <a:pt x="43" y="159"/>
                  <a:pt x="29" y="149"/>
                  <a:pt x="23" y="138"/>
                </a:cubicBezTo>
                <a:moveTo>
                  <a:pt x="63" y="90"/>
                </a:moveTo>
                <a:cubicBezTo>
                  <a:pt x="61" y="99"/>
                  <a:pt x="60" y="108"/>
                  <a:pt x="60" y="118"/>
                </a:cubicBezTo>
                <a:cubicBezTo>
                  <a:pt x="23" y="118"/>
                  <a:pt x="23" y="118"/>
                  <a:pt x="23" y="118"/>
                </a:cubicBezTo>
                <a:cubicBezTo>
                  <a:pt x="29" y="107"/>
                  <a:pt x="43" y="97"/>
                  <a:pt x="63" y="90"/>
                </a:cubicBezTo>
                <a:moveTo>
                  <a:pt x="176" y="118"/>
                </a:moveTo>
                <a:cubicBezTo>
                  <a:pt x="138" y="118"/>
                  <a:pt x="138" y="118"/>
                  <a:pt x="138" y="118"/>
                </a:cubicBezTo>
                <a:cubicBezTo>
                  <a:pt x="138" y="80"/>
                  <a:pt x="138" y="80"/>
                  <a:pt x="138" y="80"/>
                </a:cubicBezTo>
                <a:cubicBezTo>
                  <a:pt x="150" y="80"/>
                  <a:pt x="162" y="82"/>
                  <a:pt x="172" y="84"/>
                </a:cubicBezTo>
                <a:cubicBezTo>
                  <a:pt x="174" y="95"/>
                  <a:pt x="176" y="106"/>
                  <a:pt x="176" y="118"/>
                </a:cubicBezTo>
                <a:moveTo>
                  <a:pt x="172" y="172"/>
                </a:moveTo>
                <a:cubicBezTo>
                  <a:pt x="162" y="174"/>
                  <a:pt x="150" y="175"/>
                  <a:pt x="138" y="176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76" y="138"/>
                  <a:pt x="176" y="138"/>
                  <a:pt x="176" y="138"/>
                </a:cubicBezTo>
                <a:cubicBezTo>
                  <a:pt x="176" y="150"/>
                  <a:pt x="174" y="161"/>
                  <a:pt x="172" y="172"/>
                </a:cubicBezTo>
                <a:moveTo>
                  <a:pt x="80" y="138"/>
                </a:moveTo>
                <a:cubicBezTo>
                  <a:pt x="118" y="138"/>
                  <a:pt x="118" y="138"/>
                  <a:pt x="118" y="138"/>
                </a:cubicBezTo>
                <a:cubicBezTo>
                  <a:pt x="118" y="176"/>
                  <a:pt x="118" y="176"/>
                  <a:pt x="118" y="176"/>
                </a:cubicBezTo>
                <a:cubicBezTo>
                  <a:pt x="106" y="175"/>
                  <a:pt x="95" y="174"/>
                  <a:pt x="85" y="172"/>
                </a:cubicBezTo>
                <a:cubicBezTo>
                  <a:pt x="82" y="161"/>
                  <a:pt x="81" y="150"/>
                  <a:pt x="80" y="138"/>
                </a:cubicBezTo>
                <a:moveTo>
                  <a:pt x="85" y="84"/>
                </a:moveTo>
                <a:cubicBezTo>
                  <a:pt x="95" y="82"/>
                  <a:pt x="106" y="80"/>
                  <a:pt x="118" y="80"/>
                </a:cubicBezTo>
                <a:cubicBezTo>
                  <a:pt x="118" y="118"/>
                  <a:pt x="118" y="118"/>
                  <a:pt x="118" y="118"/>
                </a:cubicBezTo>
                <a:cubicBezTo>
                  <a:pt x="80" y="118"/>
                  <a:pt x="80" y="118"/>
                  <a:pt x="80" y="118"/>
                </a:cubicBezTo>
                <a:cubicBezTo>
                  <a:pt x="81" y="106"/>
                  <a:pt x="82" y="95"/>
                  <a:pt x="85" y="84"/>
                </a:cubicBezTo>
                <a:moveTo>
                  <a:pt x="138" y="60"/>
                </a:moveTo>
                <a:cubicBezTo>
                  <a:pt x="138" y="22"/>
                  <a:pt x="138" y="22"/>
                  <a:pt x="138" y="22"/>
                </a:cubicBezTo>
                <a:cubicBezTo>
                  <a:pt x="149" y="28"/>
                  <a:pt x="159" y="43"/>
                  <a:pt x="166" y="62"/>
                </a:cubicBezTo>
                <a:cubicBezTo>
                  <a:pt x="157" y="61"/>
                  <a:pt x="148" y="60"/>
                  <a:pt x="138" y="60"/>
                </a:cubicBezTo>
                <a:moveTo>
                  <a:pt x="118" y="22"/>
                </a:moveTo>
                <a:cubicBezTo>
                  <a:pt x="118" y="60"/>
                  <a:pt x="118" y="60"/>
                  <a:pt x="118" y="60"/>
                </a:cubicBezTo>
                <a:cubicBezTo>
                  <a:pt x="109" y="60"/>
                  <a:pt x="99" y="61"/>
                  <a:pt x="91" y="62"/>
                </a:cubicBezTo>
                <a:cubicBezTo>
                  <a:pt x="97" y="43"/>
                  <a:pt x="107" y="28"/>
                  <a:pt x="118" y="22"/>
                </a:cubicBezTo>
                <a:moveTo>
                  <a:pt x="118" y="196"/>
                </a:moveTo>
                <a:cubicBezTo>
                  <a:pt x="118" y="233"/>
                  <a:pt x="118" y="233"/>
                  <a:pt x="118" y="233"/>
                </a:cubicBezTo>
                <a:cubicBezTo>
                  <a:pt x="107" y="228"/>
                  <a:pt x="97" y="213"/>
                  <a:pt x="91" y="193"/>
                </a:cubicBezTo>
                <a:cubicBezTo>
                  <a:pt x="99" y="195"/>
                  <a:pt x="109" y="196"/>
                  <a:pt x="118" y="196"/>
                </a:cubicBezTo>
                <a:moveTo>
                  <a:pt x="138" y="233"/>
                </a:moveTo>
                <a:cubicBezTo>
                  <a:pt x="138" y="196"/>
                  <a:pt x="138" y="196"/>
                  <a:pt x="138" y="196"/>
                </a:cubicBezTo>
                <a:cubicBezTo>
                  <a:pt x="148" y="196"/>
                  <a:pt x="157" y="195"/>
                  <a:pt x="166" y="193"/>
                </a:cubicBezTo>
                <a:cubicBezTo>
                  <a:pt x="159" y="213"/>
                  <a:pt x="149" y="228"/>
                  <a:pt x="138" y="233"/>
                </a:cubicBezTo>
                <a:moveTo>
                  <a:pt x="216" y="77"/>
                </a:moveTo>
                <a:cubicBezTo>
                  <a:pt x="208" y="73"/>
                  <a:pt x="199" y="70"/>
                  <a:pt x="189" y="67"/>
                </a:cubicBezTo>
                <a:cubicBezTo>
                  <a:pt x="186" y="57"/>
                  <a:pt x="183" y="48"/>
                  <a:pt x="179" y="40"/>
                </a:cubicBezTo>
                <a:cubicBezTo>
                  <a:pt x="177" y="36"/>
                  <a:pt x="175" y="33"/>
                  <a:pt x="173" y="30"/>
                </a:cubicBezTo>
                <a:cubicBezTo>
                  <a:pt x="197" y="40"/>
                  <a:pt x="216" y="59"/>
                  <a:pt x="227" y="83"/>
                </a:cubicBezTo>
                <a:cubicBezTo>
                  <a:pt x="223" y="81"/>
                  <a:pt x="220" y="79"/>
                  <a:pt x="216" y="77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C330EF1-46FD-408B-CE94-02D535C825ED}"/>
              </a:ext>
            </a:extLst>
          </p:cNvPr>
          <p:cNvSpPr/>
          <p:nvPr/>
        </p:nvSpPr>
        <p:spPr>
          <a:xfrm>
            <a:off x="7993152" y="2702142"/>
            <a:ext cx="3585898" cy="241989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bg1"/>
                </a:solidFill>
              </a:rPr>
              <a:t>Gap identified: Security controls exist in isolation. No open-source system integrates all three enforcement layers with a full DevSecOps pipeline targeting Malaysian clinics.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A827C74-0170-C59F-0FFF-5B50B13BE325}"/>
              </a:ext>
            </a:extLst>
          </p:cNvPr>
          <p:cNvCxnSpPr>
            <a:cxnSpLocks/>
          </p:cNvCxnSpPr>
          <p:nvPr/>
        </p:nvCxnSpPr>
        <p:spPr>
          <a:xfrm>
            <a:off x="4007223" y="2761227"/>
            <a:ext cx="0" cy="2395151"/>
          </a:xfrm>
          <a:prstGeom prst="line">
            <a:avLst/>
          </a:prstGeom>
          <a:ln>
            <a:solidFill>
              <a:schemeClr val="bg1">
                <a:alpha val="7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itle 1">
            <a:extLst>
              <a:ext uri="{FF2B5EF4-FFF2-40B4-BE49-F238E27FC236}">
                <a16:creationId xmlns:a16="http://schemas.microsoft.com/office/drawing/2014/main" id="{B548D6E4-ED74-054E-B45F-47619836641B}"/>
              </a:ext>
            </a:extLst>
          </p:cNvPr>
          <p:cNvSpPr txBox="1">
            <a:spLocks/>
          </p:cNvSpPr>
          <p:nvPr/>
        </p:nvSpPr>
        <p:spPr>
          <a:xfrm>
            <a:off x="593623" y="1149459"/>
            <a:ext cx="6615952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MY" dirty="0" sz="2400">
                <a:solidFill>
                  <a:schemeClr val="bg1"/>
                </a:solidFill>
              </a:rPr>
              <a:t>Literature Review &amp; Research Gap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837540-E4C2-F0C0-3CDC-9AFEFBA53A73}"/>
              </a:ext>
            </a:extLst>
          </p:cNvPr>
          <p:cNvCxnSpPr>
            <a:cxnSpLocks/>
          </p:cNvCxnSpPr>
          <p:nvPr/>
        </p:nvCxnSpPr>
        <p:spPr>
          <a:xfrm>
            <a:off x="1165289" y="3252737"/>
            <a:ext cx="9316103" cy="0"/>
          </a:xfrm>
          <a:prstGeom prst="line">
            <a:avLst/>
          </a:prstGeom>
          <a:ln w="28575">
            <a:solidFill>
              <a:schemeClr val="tx1">
                <a:lumMod val="25000"/>
                <a:lumOff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FED4DCB-5022-6CCC-9A89-7B117517164F}"/>
              </a:ext>
            </a:extLst>
          </p:cNvPr>
          <p:cNvSpPr/>
          <p:nvPr/>
        </p:nvSpPr>
        <p:spPr>
          <a:xfrm>
            <a:off x="1039559" y="2692157"/>
            <a:ext cx="962786" cy="962786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309F15-D58E-1258-C9D1-121F9D4C18D4}"/>
              </a:ext>
            </a:extLst>
          </p:cNvPr>
          <p:cNvSpPr/>
          <p:nvPr/>
        </p:nvSpPr>
        <p:spPr>
          <a:xfrm>
            <a:off x="3968443" y="2639948"/>
            <a:ext cx="961128" cy="962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3B436C-F8EF-F365-ACD8-49007F0D06CD}"/>
              </a:ext>
            </a:extLst>
          </p:cNvPr>
          <p:cNvSpPr/>
          <p:nvPr/>
        </p:nvSpPr>
        <p:spPr>
          <a:xfrm>
            <a:off x="7094841" y="2639948"/>
            <a:ext cx="961128" cy="962786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2EA05A-3A45-C435-4240-952BFACB0C74}"/>
              </a:ext>
            </a:extLst>
          </p:cNvPr>
          <p:cNvSpPr/>
          <p:nvPr/>
        </p:nvSpPr>
        <p:spPr>
          <a:xfrm>
            <a:off x="9936539" y="2681889"/>
            <a:ext cx="962785" cy="96278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496A22-8F9F-D8EC-6BF1-2AE56786274E}"/>
              </a:ext>
            </a:extLst>
          </p:cNvPr>
          <p:cNvGrpSpPr/>
          <p:nvPr/>
        </p:nvGrpSpPr>
        <p:grpSpPr>
          <a:xfrm>
            <a:off x="4188656" y="2925622"/>
            <a:ext cx="528099" cy="545068"/>
            <a:chOff x="2500313" y="3883026"/>
            <a:chExt cx="395287" cy="407988"/>
          </a:xfrm>
          <a:solidFill>
            <a:schemeClr val="bg1"/>
          </a:solidFill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C6DA71EA-42C5-EEA0-1640-4FE89A0D9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313" y="4076701"/>
              <a:ext cx="261937" cy="214313"/>
            </a:xfrm>
            <a:custGeom>
              <a:avLst/>
              <a:gdLst>
                <a:gd name="T0" fmla="*/ 35 w 72"/>
                <a:gd name="T1" fmla="*/ 1 h 57"/>
                <a:gd name="T2" fmla="*/ 0 w 72"/>
                <a:gd name="T3" fmla="*/ 42 h 57"/>
                <a:gd name="T4" fmla="*/ 70 w 72"/>
                <a:gd name="T5" fmla="*/ 45 h 57"/>
                <a:gd name="T6" fmla="*/ 35 w 72"/>
                <a:gd name="T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57">
                  <a:moveTo>
                    <a:pt x="35" y="1"/>
                  </a:moveTo>
                  <a:cubicBezTo>
                    <a:pt x="2" y="0"/>
                    <a:pt x="0" y="42"/>
                    <a:pt x="0" y="42"/>
                  </a:cubicBezTo>
                  <a:cubicBezTo>
                    <a:pt x="20" y="57"/>
                    <a:pt x="70" y="45"/>
                    <a:pt x="70" y="45"/>
                  </a:cubicBezTo>
                  <a:cubicBezTo>
                    <a:pt x="71" y="44"/>
                    <a:pt x="72" y="2"/>
                    <a:pt x="3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90897CD0-6A1E-0992-D8D7-7C61AEF3F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938" y="3927476"/>
              <a:ext cx="147637" cy="138113"/>
            </a:xfrm>
            <a:custGeom>
              <a:avLst/>
              <a:gdLst>
                <a:gd name="T0" fmla="*/ 31 w 41"/>
                <a:gd name="T1" fmla="*/ 5 h 37"/>
                <a:gd name="T2" fmla="*/ 18 w 41"/>
                <a:gd name="T3" fmla="*/ 1 h 37"/>
                <a:gd name="T4" fmla="*/ 1 w 41"/>
                <a:gd name="T5" fmla="*/ 20 h 37"/>
                <a:gd name="T6" fmla="*/ 21 w 41"/>
                <a:gd name="T7" fmla="*/ 36 h 37"/>
                <a:gd name="T8" fmla="*/ 36 w 41"/>
                <a:gd name="T9" fmla="*/ 25 h 37"/>
                <a:gd name="T10" fmla="*/ 31 w 41"/>
                <a:gd name="T1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37">
                  <a:moveTo>
                    <a:pt x="31" y="5"/>
                  </a:moveTo>
                  <a:cubicBezTo>
                    <a:pt x="28" y="2"/>
                    <a:pt x="23" y="0"/>
                    <a:pt x="18" y="1"/>
                  </a:cubicBezTo>
                  <a:cubicBezTo>
                    <a:pt x="8" y="2"/>
                    <a:pt x="0" y="10"/>
                    <a:pt x="1" y="20"/>
                  </a:cubicBezTo>
                  <a:cubicBezTo>
                    <a:pt x="2" y="30"/>
                    <a:pt x="11" y="37"/>
                    <a:pt x="21" y="36"/>
                  </a:cubicBezTo>
                  <a:cubicBezTo>
                    <a:pt x="28" y="35"/>
                    <a:pt x="34" y="31"/>
                    <a:pt x="36" y="25"/>
                  </a:cubicBezTo>
                  <a:cubicBezTo>
                    <a:pt x="41" y="13"/>
                    <a:pt x="32" y="4"/>
                    <a:pt x="3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9790DF4A-E7F4-D5D8-D65D-28EA792AE6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3825" y="3883026"/>
              <a:ext cx="231775" cy="193675"/>
            </a:xfrm>
            <a:custGeom>
              <a:avLst/>
              <a:gdLst>
                <a:gd name="T0" fmla="*/ 42 w 64"/>
                <a:gd name="T1" fmla="*/ 0 h 52"/>
                <a:gd name="T2" fmla="*/ 20 w 64"/>
                <a:gd name="T3" fmla="*/ 0 h 52"/>
                <a:gd name="T4" fmla="*/ 0 w 64"/>
                <a:gd name="T5" fmla="*/ 14 h 52"/>
                <a:gd name="T6" fmla="*/ 8 w 64"/>
                <a:gd name="T7" fmla="*/ 24 h 52"/>
                <a:gd name="T8" fmla="*/ 7 w 64"/>
                <a:gd name="T9" fmla="*/ 40 h 52"/>
                <a:gd name="T10" fmla="*/ 15 w 64"/>
                <a:gd name="T11" fmla="*/ 44 h 52"/>
                <a:gd name="T12" fmla="*/ 8 w 64"/>
                <a:gd name="T13" fmla="*/ 52 h 52"/>
                <a:gd name="T14" fmla="*/ 27 w 64"/>
                <a:gd name="T15" fmla="*/ 44 h 52"/>
                <a:gd name="T16" fmla="*/ 42 w 64"/>
                <a:gd name="T17" fmla="*/ 44 h 52"/>
                <a:gd name="T18" fmla="*/ 64 w 64"/>
                <a:gd name="T19" fmla="*/ 23 h 52"/>
                <a:gd name="T20" fmla="*/ 64 w 64"/>
                <a:gd name="T21" fmla="*/ 22 h 52"/>
                <a:gd name="T22" fmla="*/ 42 w 64"/>
                <a:gd name="T23" fmla="*/ 0 h 52"/>
                <a:gd name="T24" fmla="*/ 48 w 64"/>
                <a:gd name="T25" fmla="*/ 29 h 52"/>
                <a:gd name="T26" fmla="*/ 14 w 64"/>
                <a:gd name="T27" fmla="*/ 29 h 52"/>
                <a:gd name="T28" fmla="*/ 14 w 64"/>
                <a:gd name="T29" fmla="*/ 24 h 52"/>
                <a:gd name="T30" fmla="*/ 48 w 64"/>
                <a:gd name="T31" fmla="*/ 24 h 52"/>
                <a:gd name="T32" fmla="*/ 48 w 64"/>
                <a:gd name="T33" fmla="*/ 29 h 52"/>
                <a:gd name="T34" fmla="*/ 48 w 64"/>
                <a:gd name="T35" fmla="*/ 20 h 52"/>
                <a:gd name="T36" fmla="*/ 14 w 64"/>
                <a:gd name="T37" fmla="*/ 20 h 52"/>
                <a:gd name="T38" fmla="*/ 14 w 64"/>
                <a:gd name="T39" fmla="*/ 16 h 52"/>
                <a:gd name="T40" fmla="*/ 48 w 64"/>
                <a:gd name="T41" fmla="*/ 16 h 52"/>
                <a:gd name="T42" fmla="*/ 48 w 64"/>
                <a:gd name="T43" fmla="*/ 2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" h="52">
                  <a:moveTo>
                    <a:pt x="4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4" y="6"/>
                    <a:pt x="0" y="14"/>
                  </a:cubicBezTo>
                  <a:cubicBezTo>
                    <a:pt x="2" y="15"/>
                    <a:pt x="7" y="18"/>
                    <a:pt x="8" y="24"/>
                  </a:cubicBezTo>
                  <a:cubicBezTo>
                    <a:pt x="10" y="29"/>
                    <a:pt x="10" y="35"/>
                    <a:pt x="7" y="40"/>
                  </a:cubicBezTo>
                  <a:cubicBezTo>
                    <a:pt x="9" y="42"/>
                    <a:pt x="11" y="43"/>
                    <a:pt x="15" y="44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54" y="44"/>
                    <a:pt x="64" y="35"/>
                    <a:pt x="64" y="23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10"/>
                    <a:pt x="54" y="0"/>
                    <a:pt x="42" y="0"/>
                  </a:cubicBezTo>
                  <a:close/>
                  <a:moveTo>
                    <a:pt x="4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48" y="29"/>
                  </a:lnTo>
                  <a:close/>
                  <a:moveTo>
                    <a:pt x="48" y="2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1" name="Freeform 13">
            <a:extLst>
              <a:ext uri="{FF2B5EF4-FFF2-40B4-BE49-F238E27FC236}">
                <a16:creationId xmlns:a16="http://schemas.microsoft.com/office/drawing/2014/main" id="{07D7B311-CF2D-C900-2EED-F5926C854053}"/>
              </a:ext>
            </a:extLst>
          </p:cNvPr>
          <p:cNvSpPr>
            <a:spLocks noEditPoints="1"/>
          </p:cNvSpPr>
          <p:nvPr/>
        </p:nvSpPr>
        <p:spPr bwMode="auto">
          <a:xfrm>
            <a:off x="7322495" y="2900262"/>
            <a:ext cx="596675" cy="528805"/>
          </a:xfrm>
          <a:custGeom>
            <a:avLst/>
            <a:gdLst>
              <a:gd name="T0" fmla="*/ 2 w 123"/>
              <a:gd name="T1" fmla="*/ 52 h 106"/>
              <a:gd name="T2" fmla="*/ 23 w 123"/>
              <a:gd name="T3" fmla="*/ 65 h 106"/>
              <a:gd name="T4" fmla="*/ 36 w 123"/>
              <a:gd name="T5" fmla="*/ 66 h 106"/>
              <a:gd name="T6" fmla="*/ 38 w 123"/>
              <a:gd name="T7" fmla="*/ 80 h 106"/>
              <a:gd name="T8" fmla="*/ 42 w 123"/>
              <a:gd name="T9" fmla="*/ 96 h 106"/>
              <a:gd name="T10" fmla="*/ 54 w 123"/>
              <a:gd name="T11" fmla="*/ 104 h 106"/>
              <a:gd name="T12" fmla="*/ 66 w 123"/>
              <a:gd name="T13" fmla="*/ 92 h 106"/>
              <a:gd name="T14" fmla="*/ 60 w 123"/>
              <a:gd name="T15" fmla="*/ 66 h 106"/>
              <a:gd name="T16" fmla="*/ 80 w 123"/>
              <a:gd name="T17" fmla="*/ 72 h 106"/>
              <a:gd name="T18" fmla="*/ 100 w 123"/>
              <a:gd name="T19" fmla="*/ 80 h 106"/>
              <a:gd name="T20" fmla="*/ 110 w 123"/>
              <a:gd name="T21" fmla="*/ 13 h 106"/>
              <a:gd name="T22" fmla="*/ 85 w 123"/>
              <a:gd name="T23" fmla="*/ 13 h 106"/>
              <a:gd name="T24" fmla="*/ 21 w 123"/>
              <a:gd name="T25" fmla="*/ 22 h 106"/>
              <a:gd name="T26" fmla="*/ 1 w 123"/>
              <a:gd name="T27" fmla="*/ 39 h 106"/>
              <a:gd name="T28" fmla="*/ 2 w 123"/>
              <a:gd name="T29" fmla="*/ 52 h 106"/>
              <a:gd name="T30" fmla="*/ 86 w 123"/>
              <a:gd name="T31" fmla="*/ 33 h 106"/>
              <a:gd name="T32" fmla="*/ 97 w 123"/>
              <a:gd name="T33" fmla="*/ 14 h 106"/>
              <a:gd name="T34" fmla="*/ 112 w 123"/>
              <a:gd name="T35" fmla="*/ 43 h 106"/>
              <a:gd name="T36" fmla="*/ 95 w 123"/>
              <a:gd name="T37" fmla="*/ 73 h 106"/>
              <a:gd name="T38" fmla="*/ 86 w 123"/>
              <a:gd name="T39" fmla="*/ 55 h 106"/>
              <a:gd name="T40" fmla="*/ 99 w 123"/>
              <a:gd name="T41" fmla="*/ 42 h 106"/>
              <a:gd name="T42" fmla="*/ 86 w 123"/>
              <a:gd name="T43" fmla="*/ 3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3" h="106">
                <a:moveTo>
                  <a:pt x="2" y="52"/>
                </a:moveTo>
                <a:cubicBezTo>
                  <a:pt x="8" y="65"/>
                  <a:pt x="23" y="65"/>
                  <a:pt x="23" y="65"/>
                </a:cubicBezTo>
                <a:cubicBezTo>
                  <a:pt x="36" y="66"/>
                  <a:pt x="36" y="66"/>
                  <a:pt x="36" y="66"/>
                </a:cubicBezTo>
                <a:cubicBezTo>
                  <a:pt x="36" y="66"/>
                  <a:pt x="37" y="73"/>
                  <a:pt x="38" y="80"/>
                </a:cubicBezTo>
                <a:cubicBezTo>
                  <a:pt x="42" y="96"/>
                  <a:pt x="42" y="96"/>
                  <a:pt x="42" y="96"/>
                </a:cubicBezTo>
                <a:cubicBezTo>
                  <a:pt x="42" y="96"/>
                  <a:pt x="43" y="106"/>
                  <a:pt x="54" y="104"/>
                </a:cubicBezTo>
                <a:cubicBezTo>
                  <a:pt x="70" y="101"/>
                  <a:pt x="66" y="92"/>
                  <a:pt x="66" y="92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73" y="66"/>
                  <a:pt x="80" y="72"/>
                </a:cubicBezTo>
                <a:cubicBezTo>
                  <a:pt x="84" y="76"/>
                  <a:pt x="90" y="80"/>
                  <a:pt x="100" y="80"/>
                </a:cubicBezTo>
                <a:cubicBezTo>
                  <a:pt x="123" y="79"/>
                  <a:pt x="118" y="27"/>
                  <a:pt x="110" y="13"/>
                </a:cubicBezTo>
                <a:cubicBezTo>
                  <a:pt x="102" y="0"/>
                  <a:pt x="88" y="6"/>
                  <a:pt x="85" y="13"/>
                </a:cubicBezTo>
                <a:cubicBezTo>
                  <a:pt x="65" y="21"/>
                  <a:pt x="32" y="22"/>
                  <a:pt x="21" y="22"/>
                </a:cubicBezTo>
                <a:cubicBezTo>
                  <a:pt x="6" y="21"/>
                  <a:pt x="1" y="39"/>
                  <a:pt x="1" y="39"/>
                </a:cubicBezTo>
                <a:cubicBezTo>
                  <a:pt x="1" y="39"/>
                  <a:pt x="0" y="45"/>
                  <a:pt x="2" y="52"/>
                </a:cubicBezTo>
                <a:close/>
                <a:moveTo>
                  <a:pt x="86" y="33"/>
                </a:moveTo>
                <a:cubicBezTo>
                  <a:pt x="86" y="23"/>
                  <a:pt x="92" y="15"/>
                  <a:pt x="97" y="14"/>
                </a:cubicBezTo>
                <a:cubicBezTo>
                  <a:pt x="101" y="13"/>
                  <a:pt x="111" y="14"/>
                  <a:pt x="112" y="43"/>
                </a:cubicBezTo>
                <a:cubicBezTo>
                  <a:pt x="114" y="71"/>
                  <a:pt x="101" y="76"/>
                  <a:pt x="95" y="73"/>
                </a:cubicBezTo>
                <a:cubicBezTo>
                  <a:pt x="85" y="68"/>
                  <a:pt x="86" y="55"/>
                  <a:pt x="86" y="55"/>
                </a:cubicBezTo>
                <a:cubicBezTo>
                  <a:pt x="88" y="54"/>
                  <a:pt x="100" y="53"/>
                  <a:pt x="99" y="42"/>
                </a:cubicBezTo>
                <a:cubicBezTo>
                  <a:pt x="98" y="35"/>
                  <a:pt x="92" y="32"/>
                  <a:pt x="86" y="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latin typeface="+mn-lt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A13426CF-DF03-9979-79DB-82912E162A3B}"/>
              </a:ext>
            </a:extLst>
          </p:cNvPr>
          <p:cNvSpPr>
            <a:spLocks noEditPoints="1"/>
          </p:cNvSpPr>
          <p:nvPr/>
        </p:nvSpPr>
        <p:spPr bwMode="auto">
          <a:xfrm>
            <a:off x="10232470" y="2847358"/>
            <a:ext cx="387413" cy="574051"/>
          </a:xfrm>
          <a:custGeom>
            <a:avLst/>
            <a:gdLst>
              <a:gd name="T0" fmla="*/ 65 w 80"/>
              <a:gd name="T1" fmla="*/ 48 h 115"/>
              <a:gd name="T2" fmla="*/ 23 w 80"/>
              <a:gd name="T3" fmla="*/ 48 h 115"/>
              <a:gd name="T4" fmla="*/ 22 w 80"/>
              <a:gd name="T5" fmla="*/ 44 h 115"/>
              <a:gd name="T6" fmla="*/ 22 w 80"/>
              <a:gd name="T7" fmla="*/ 33 h 115"/>
              <a:gd name="T8" fmla="*/ 39 w 80"/>
              <a:gd name="T9" fmla="*/ 11 h 115"/>
              <a:gd name="T10" fmla="*/ 56 w 80"/>
              <a:gd name="T11" fmla="*/ 33 h 115"/>
              <a:gd name="T12" fmla="*/ 66 w 80"/>
              <a:gd name="T13" fmla="*/ 33 h 115"/>
              <a:gd name="T14" fmla="*/ 66 w 80"/>
              <a:gd name="T15" fmla="*/ 33 h 115"/>
              <a:gd name="T16" fmla="*/ 39 w 80"/>
              <a:gd name="T17" fmla="*/ 0 h 115"/>
              <a:gd name="T18" fmla="*/ 12 w 80"/>
              <a:gd name="T19" fmla="*/ 33 h 115"/>
              <a:gd name="T20" fmla="*/ 12 w 80"/>
              <a:gd name="T21" fmla="*/ 48 h 115"/>
              <a:gd name="T22" fmla="*/ 0 w 80"/>
              <a:gd name="T23" fmla="*/ 62 h 115"/>
              <a:gd name="T24" fmla="*/ 0 w 80"/>
              <a:gd name="T25" fmla="*/ 100 h 115"/>
              <a:gd name="T26" fmla="*/ 14 w 80"/>
              <a:gd name="T27" fmla="*/ 115 h 115"/>
              <a:gd name="T28" fmla="*/ 66 w 80"/>
              <a:gd name="T29" fmla="*/ 115 h 115"/>
              <a:gd name="T30" fmla="*/ 80 w 80"/>
              <a:gd name="T31" fmla="*/ 100 h 115"/>
              <a:gd name="T32" fmla="*/ 80 w 80"/>
              <a:gd name="T33" fmla="*/ 62 h 115"/>
              <a:gd name="T34" fmla="*/ 65 w 80"/>
              <a:gd name="T35" fmla="*/ 48 h 115"/>
              <a:gd name="T36" fmla="*/ 45 w 80"/>
              <a:gd name="T37" fmla="*/ 81 h 115"/>
              <a:gd name="T38" fmla="*/ 48 w 80"/>
              <a:gd name="T39" fmla="*/ 94 h 115"/>
              <a:gd name="T40" fmla="*/ 41 w 80"/>
              <a:gd name="T41" fmla="*/ 103 h 115"/>
              <a:gd name="T42" fmla="*/ 33 w 80"/>
              <a:gd name="T43" fmla="*/ 94 h 115"/>
              <a:gd name="T44" fmla="*/ 36 w 80"/>
              <a:gd name="T45" fmla="*/ 80 h 115"/>
              <a:gd name="T46" fmla="*/ 31 w 80"/>
              <a:gd name="T47" fmla="*/ 72 h 115"/>
              <a:gd name="T48" fmla="*/ 40 w 80"/>
              <a:gd name="T49" fmla="*/ 63 h 115"/>
              <a:gd name="T50" fmla="*/ 50 w 80"/>
              <a:gd name="T51" fmla="*/ 72 h 115"/>
              <a:gd name="T52" fmla="*/ 45 w 80"/>
              <a:gd name="T53" fmla="*/ 80 h 115"/>
              <a:gd name="T54" fmla="*/ 45 w 80"/>
              <a:gd name="T55" fmla="*/ 81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0" h="115">
                <a:moveTo>
                  <a:pt x="65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2" y="47"/>
                  <a:pt x="22" y="45"/>
                  <a:pt x="22" y="44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21"/>
                  <a:pt x="30" y="11"/>
                  <a:pt x="39" y="11"/>
                </a:cubicBezTo>
                <a:cubicBezTo>
                  <a:pt x="49" y="11"/>
                  <a:pt x="56" y="21"/>
                  <a:pt x="5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5"/>
                  <a:pt x="54" y="0"/>
                  <a:pt x="39" y="0"/>
                </a:cubicBezTo>
                <a:cubicBezTo>
                  <a:pt x="24" y="0"/>
                  <a:pt x="12" y="15"/>
                  <a:pt x="12" y="33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9"/>
                  <a:pt x="0" y="55"/>
                  <a:pt x="0" y="62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108"/>
                  <a:pt x="6" y="115"/>
                  <a:pt x="14" y="115"/>
                </a:cubicBezTo>
                <a:cubicBezTo>
                  <a:pt x="66" y="115"/>
                  <a:pt x="66" y="115"/>
                  <a:pt x="66" y="115"/>
                </a:cubicBezTo>
                <a:cubicBezTo>
                  <a:pt x="74" y="115"/>
                  <a:pt x="80" y="108"/>
                  <a:pt x="80" y="100"/>
                </a:cubicBezTo>
                <a:cubicBezTo>
                  <a:pt x="80" y="62"/>
                  <a:pt x="80" y="62"/>
                  <a:pt x="80" y="62"/>
                </a:cubicBezTo>
                <a:cubicBezTo>
                  <a:pt x="80" y="54"/>
                  <a:pt x="73" y="48"/>
                  <a:pt x="65" y="48"/>
                </a:cubicBezTo>
                <a:close/>
                <a:moveTo>
                  <a:pt x="45" y="81"/>
                </a:moveTo>
                <a:cubicBezTo>
                  <a:pt x="48" y="94"/>
                  <a:pt x="48" y="94"/>
                  <a:pt x="48" y="94"/>
                </a:cubicBezTo>
                <a:cubicBezTo>
                  <a:pt x="48" y="99"/>
                  <a:pt x="45" y="103"/>
                  <a:pt x="41" y="103"/>
                </a:cubicBezTo>
                <a:cubicBezTo>
                  <a:pt x="37" y="103"/>
                  <a:pt x="33" y="99"/>
                  <a:pt x="33" y="94"/>
                </a:cubicBezTo>
                <a:cubicBezTo>
                  <a:pt x="36" y="80"/>
                  <a:pt x="36" y="80"/>
                  <a:pt x="36" y="80"/>
                </a:cubicBezTo>
                <a:cubicBezTo>
                  <a:pt x="33" y="79"/>
                  <a:pt x="31" y="76"/>
                  <a:pt x="31" y="72"/>
                </a:cubicBezTo>
                <a:cubicBezTo>
                  <a:pt x="31" y="67"/>
                  <a:pt x="35" y="63"/>
                  <a:pt x="40" y="63"/>
                </a:cubicBezTo>
                <a:cubicBezTo>
                  <a:pt x="46" y="63"/>
                  <a:pt x="50" y="67"/>
                  <a:pt x="50" y="72"/>
                </a:cubicBezTo>
                <a:cubicBezTo>
                  <a:pt x="50" y="76"/>
                  <a:pt x="48" y="79"/>
                  <a:pt x="45" y="80"/>
                </a:cubicBezTo>
                <a:cubicBezTo>
                  <a:pt x="45" y="80"/>
                  <a:pt x="45" y="80"/>
                  <a:pt x="45" y="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latin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7F57B8-D3D3-3C12-ADA3-50E63EEA4B0C}"/>
              </a:ext>
            </a:extLst>
          </p:cNvPr>
          <p:cNvGrpSpPr/>
          <p:nvPr/>
        </p:nvGrpSpPr>
        <p:grpSpPr>
          <a:xfrm>
            <a:off x="1216529" y="2942270"/>
            <a:ext cx="549218" cy="483747"/>
            <a:chOff x="2835275" y="1219201"/>
            <a:chExt cx="479425" cy="422274"/>
          </a:xfrm>
          <a:solidFill>
            <a:schemeClr val="bg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C4C1624-064C-E9D4-4688-29401847F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238" y="1327150"/>
              <a:ext cx="327025" cy="314325"/>
            </a:xfrm>
            <a:custGeom>
              <a:avLst/>
              <a:gdLst>
                <a:gd name="T0" fmla="*/ 85 w 88"/>
                <a:gd name="T1" fmla="*/ 41 h 84"/>
                <a:gd name="T2" fmla="*/ 42 w 88"/>
                <a:gd name="T3" fmla="*/ 0 h 84"/>
                <a:gd name="T4" fmla="*/ 0 w 88"/>
                <a:gd name="T5" fmla="*/ 41 h 84"/>
                <a:gd name="T6" fmla="*/ 0 w 88"/>
                <a:gd name="T7" fmla="*/ 69 h 84"/>
                <a:gd name="T8" fmla="*/ 28 w 88"/>
                <a:gd name="T9" fmla="*/ 84 h 84"/>
                <a:gd name="T10" fmla="*/ 28 w 88"/>
                <a:gd name="T11" fmla="*/ 57 h 84"/>
                <a:gd name="T12" fmla="*/ 58 w 88"/>
                <a:gd name="T13" fmla="*/ 57 h 84"/>
                <a:gd name="T14" fmla="*/ 58 w 88"/>
                <a:gd name="T15" fmla="*/ 84 h 84"/>
                <a:gd name="T16" fmla="*/ 85 w 88"/>
                <a:gd name="T17" fmla="*/ 70 h 84"/>
                <a:gd name="T18" fmla="*/ 85 w 88"/>
                <a:gd name="T19" fmla="*/ 4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84">
                  <a:moveTo>
                    <a:pt x="85" y="41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54"/>
                    <a:pt x="0" y="69"/>
                  </a:cubicBezTo>
                  <a:cubicBezTo>
                    <a:pt x="0" y="84"/>
                    <a:pt x="28" y="84"/>
                    <a:pt x="28" y="84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88" y="84"/>
                    <a:pt x="85" y="70"/>
                    <a:pt x="85" y="70"/>
                  </a:cubicBezTo>
                  <a:lnTo>
                    <a:pt x="85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A3BCBFC-67F0-1E25-88A3-2DC68B1F0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275" y="1219201"/>
              <a:ext cx="479425" cy="254000"/>
            </a:xfrm>
            <a:custGeom>
              <a:avLst/>
              <a:gdLst>
                <a:gd name="T0" fmla="*/ 122 w 129"/>
                <a:gd name="T1" fmla="*/ 54 h 68"/>
                <a:gd name="T2" fmla="*/ 73 w 129"/>
                <a:gd name="T3" fmla="*/ 8 h 68"/>
                <a:gd name="T4" fmla="*/ 54 w 129"/>
                <a:gd name="T5" fmla="*/ 8 h 68"/>
                <a:gd name="T6" fmla="*/ 10 w 129"/>
                <a:gd name="T7" fmla="*/ 50 h 68"/>
                <a:gd name="T8" fmla="*/ 12 w 129"/>
                <a:gd name="T9" fmla="*/ 68 h 68"/>
                <a:gd name="T10" fmla="*/ 63 w 129"/>
                <a:gd name="T11" fmla="*/ 17 h 68"/>
                <a:gd name="T12" fmla="*/ 117 w 129"/>
                <a:gd name="T13" fmla="*/ 68 h 68"/>
                <a:gd name="T14" fmla="*/ 122 w 129"/>
                <a:gd name="T15" fmla="*/ 5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68">
                  <a:moveTo>
                    <a:pt x="122" y="54"/>
                  </a:moveTo>
                  <a:cubicBezTo>
                    <a:pt x="114" y="46"/>
                    <a:pt x="73" y="8"/>
                    <a:pt x="73" y="8"/>
                  </a:cubicBezTo>
                  <a:cubicBezTo>
                    <a:pt x="73" y="8"/>
                    <a:pt x="63" y="0"/>
                    <a:pt x="54" y="8"/>
                  </a:cubicBezTo>
                  <a:cubicBezTo>
                    <a:pt x="45" y="17"/>
                    <a:pt x="10" y="50"/>
                    <a:pt x="10" y="50"/>
                  </a:cubicBezTo>
                  <a:cubicBezTo>
                    <a:pt x="10" y="50"/>
                    <a:pt x="0" y="58"/>
                    <a:pt x="12" y="68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117" y="68"/>
                    <a:pt x="117" y="68"/>
                    <a:pt x="117" y="68"/>
                  </a:cubicBezTo>
                  <a:cubicBezTo>
                    <a:pt x="117" y="68"/>
                    <a:pt x="129" y="62"/>
                    <a:pt x="122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EA0BDB8-6816-033A-A663-D9C2BC763CD6}"/>
              </a:ext>
            </a:extLst>
          </p:cNvPr>
          <p:cNvSpPr txBox="1"/>
          <p:nvPr/>
        </p:nvSpPr>
        <p:spPr>
          <a:xfrm>
            <a:off x="2330429" y="453747"/>
            <a:ext cx="7531141" cy="76944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800" dirty="0">
                <a:latin typeface="+mj-lt"/>
              </a:rPr>
              <a:t>Methodology — Agile + DevSecOps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FE8B85-A8B4-0D82-7C0D-8EEF3AC436BE}"/>
              </a:ext>
            </a:extLst>
          </p:cNvPr>
          <p:cNvSpPr/>
          <p:nvPr/>
        </p:nvSpPr>
        <p:spPr>
          <a:xfrm>
            <a:off x="3360345" y="4478518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2 stakeholder interviews — admin staff + clinical staff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25F2F-5C40-2324-F6EC-22DA49496883}"/>
              </a:ext>
            </a:extLst>
          </p:cNvPr>
          <p:cNvSpPr/>
          <p:nvPr/>
        </p:nvSpPr>
        <p:spPr>
          <a:xfrm>
            <a:off x="6280969" y="4468236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12 Functional Requirements  |  11 Non-Functional Requirements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9F96E6-91D3-BB26-EE70-91902CE13727}"/>
              </a:ext>
            </a:extLst>
          </p:cNvPr>
          <p:cNvSpPr/>
          <p:nvPr/>
        </p:nvSpPr>
        <p:spPr>
          <a:xfrm>
            <a:off x="9196231" y="4472007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Agile chosen: security requirements evolved through interviews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00E39D-051C-7F1A-EA67-A3CCCCF51456}"/>
              </a:ext>
            </a:extLst>
          </p:cNvPr>
          <p:cNvSpPr/>
          <p:nvPr/>
        </p:nvSpPr>
        <p:spPr>
          <a:xfrm>
            <a:off x="427935" y="4488700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DevSecOps overlaid on Agile — security gates at every stage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074A6E-BABF-AD36-7774-B8C5DA07132B}"/>
              </a:ext>
            </a:extLst>
          </p:cNvPr>
          <p:cNvSpPr txBox="1"/>
          <p:nvPr/>
        </p:nvSpPr>
        <p:spPr>
          <a:xfrm>
            <a:off x="3360345" y="3960146"/>
            <a:ext cx="249181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Sprint 1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Requirements &amp; Architecture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Stakeholder interviews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VPC blueprint + DB schema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70897C-10DC-F74A-6ADC-8DE19BE06068}"/>
              </a:ext>
            </a:extLst>
          </p:cNvPr>
          <p:cNvSpPr txBox="1"/>
          <p:nvPr/>
        </p:nvSpPr>
        <p:spPr>
          <a:xfrm>
            <a:off x="6354754" y="3946851"/>
            <a:ext cx="2284994" cy="3826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Sprint 2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Network &amp; Database Layer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AWS VPC  |  RDS PostgreSQL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IAM policies + Security Groups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E20289-2C07-8C24-A858-0024D6BAD451}"/>
              </a:ext>
            </a:extLst>
          </p:cNvPr>
          <p:cNvSpPr txBox="1"/>
          <p:nvPr/>
        </p:nvSpPr>
        <p:spPr>
          <a:xfrm>
            <a:off x="420704" y="3949986"/>
            <a:ext cx="249181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Sprint 3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Application Layer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Node.js/Express REST API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React frontend  |  JWT auth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706229-6166-BE1A-CEC6-E1699491A0D1}"/>
              </a:ext>
            </a:extLst>
          </p:cNvPr>
          <p:cNvSpPr txBox="1"/>
          <p:nvPr/>
        </p:nvSpPr>
        <p:spPr>
          <a:xfrm>
            <a:off x="9294395" y="3957143"/>
            <a:ext cx="2284994" cy="3826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Sprint 4 &amp; 5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Security Integration + Testing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Pipeline  |  RLS  |  RBAC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PSM 1 documentation + viva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27CAF5-48B2-D15F-98CC-C0D2A5109A1F}"/>
              </a:ext>
            </a:extLst>
          </p:cNvPr>
          <p:cNvSpPr/>
          <p:nvPr/>
        </p:nvSpPr>
        <p:spPr>
          <a:xfrm>
            <a:off x="2722930" y="3142407"/>
            <a:ext cx="291720" cy="291718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F1A1FB-AD23-F28A-1ACB-649897F8881F}"/>
              </a:ext>
            </a:extLst>
          </p:cNvPr>
          <p:cNvSpPr/>
          <p:nvPr/>
        </p:nvSpPr>
        <p:spPr>
          <a:xfrm>
            <a:off x="5926322" y="3142408"/>
            <a:ext cx="294300" cy="2917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D1AB309-8EFC-E307-0141-40E5B7DD9DA2}"/>
              </a:ext>
            </a:extLst>
          </p:cNvPr>
          <p:cNvSpPr/>
          <p:nvPr/>
        </p:nvSpPr>
        <p:spPr>
          <a:xfrm>
            <a:off x="8902170" y="3100009"/>
            <a:ext cx="291718" cy="2917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B5B0F4-B737-C62F-4DFA-8269FE503ABE}"/>
              </a:ext>
            </a:extLst>
          </p:cNvPr>
          <p:cNvSpPr/>
          <p:nvPr/>
        </p:nvSpPr>
        <p:spPr>
          <a:xfrm>
            <a:off x="2086128" y="1320365"/>
            <a:ext cx="7974688" cy="8329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Security scanning is automated at every pipeline stage — not added at the end.</a:t>
            </a: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DC4F1369-0135-A35C-BD34-6EA980803832}"/>
              </a:ext>
            </a:extLst>
          </p:cNvPr>
          <p:cNvSpPr txBox="1">
            <a:spLocks/>
          </p:cNvSpPr>
          <p:nvPr/>
        </p:nvSpPr>
        <p:spPr>
          <a:xfrm>
            <a:off x="4718816" y="643302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737D3DD-0AB3-4F16-99FA-6262B2B4036D}" type="slidenum">
              <a:rPr lang="en-MY" sz="1400" smtClean="0"/>
              <a:pPr algn="ctr"/>
              <a:t>15</a:t>
            </a:fld>
            <a:endParaRPr lang="en-MY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34E671-14E9-11BF-0C11-E5FC7592EB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8</a:t>
            </a:fld>
            <a:endParaRPr lang="en-MY"/>
          </a:p>
        </p:txBody>
      </p:sp>
      <p:pic>
        <p:nvPicPr>
          <p:cNvPr id="15" name="Picture Placeholder 14" descr="A picture containing outdoor, sky, sunset, nature&#10;&#10;Description automatically generated">
            <a:extLst>
              <a:ext uri="{FF2B5EF4-FFF2-40B4-BE49-F238E27FC236}">
                <a16:creationId xmlns:a16="http://schemas.microsoft.com/office/drawing/2014/main" id="{C4C146BA-7E8B-E27D-B2D2-F879C78CF81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70F3474-C330-326A-5BA0-EECE317D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640" y="921703"/>
            <a:ext cx="7081520" cy="1325563"/>
          </a:xfrm>
        </p:spPr>
        <p:txBody>
          <a:bodyPr>
            <a:normAutofit/>
          </a:bodyPr>
          <a:lstStyle/>
          <a:p>
            <a:r>
              <a:rPr lang="en-MY" dirty="0" sz="3200"/>
              <a:t>System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4A597-223A-535D-0F36-CBB1F7E0BA73}"/>
              </a:ext>
            </a:extLst>
          </p:cNvPr>
          <p:cNvSpPr txBox="1"/>
          <p:nvPr/>
        </p:nvSpPr>
        <p:spPr>
          <a:xfrm rot="16200000">
            <a:off x="-1395676" y="2996475"/>
            <a:ext cx="3515358" cy="5062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chemeClr val="bg1"/>
                </a:solidFill>
              </a:rPr>
              <a:t>Three-Tier AWS VPC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61E7EC-50E1-1EE1-152A-D3C5E20FA009}"/>
              </a:ext>
            </a:extLst>
          </p:cNvPr>
          <p:cNvSpPr/>
          <p:nvPr/>
        </p:nvSpPr>
        <p:spPr>
          <a:xfrm>
            <a:off x="5171440" y="2399189"/>
            <a:ext cx="6217214" cy="140423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PUBLIC TIER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  Application Load Balancer (HTTPS)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  NAT Gateway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PRIVATE APP TIER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  EC2 — Node.js/Express API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  S3 + CloudFront (React)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PRIVATE DB TIER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  RDS PostgreSQL  |  AES-256 at rest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  Row-Level Security active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CONTROLS: Security Groups  |  ACLs</a:t>
            </a:r>
          </a:p>
          <a:p>
            <a:pPr algn="just">
              <a:lnSpc>
                <a:spcPct val="20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  CloudTrail  |  IAM  |  Terraform IaC</a:t>
            </a:r>
          </a:p>
        </p:txBody>
      </p:sp>
      <p:sp>
        <p:nvSpPr>
          <p:cNvPr id="13" name="Rounded Rectangle 36">
            <a:extLst>
              <a:ext uri="{FF2B5EF4-FFF2-40B4-BE49-F238E27FC236}">
                <a16:creationId xmlns:a16="http://schemas.microsoft.com/office/drawing/2014/main" id="{A313D521-D8AF-3E40-3D16-6B52F1F8C738}"/>
              </a:ext>
            </a:extLst>
          </p:cNvPr>
          <p:cNvSpPr/>
          <p:nvPr/>
        </p:nvSpPr>
        <p:spPr>
          <a:xfrm>
            <a:off x="5171440" y="4158938"/>
            <a:ext cx="3892234" cy="717929"/>
          </a:xfrm>
          <a:prstGeom prst="roundRect">
            <a:avLst>
              <a:gd name="adj" fmla="val 50000"/>
            </a:avLst>
          </a:prstGeom>
          <a:solidFill>
            <a:srgbClr val="D8DAD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Insert Figure 4.2 — Architecture Diagram here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9A48E83-7FF1-2E4A-659B-B3A047FA8FBD}"/>
              </a:ext>
            </a:extLst>
          </p:cNvPr>
          <p:cNvSpPr txBox="1"/>
          <p:nvPr/>
        </p:nvSpPr>
        <p:spPr>
          <a:xfrm>
            <a:off x="5964759" y="1124640"/>
            <a:ext cx="5364175" cy="5155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Use Cases  |  ERD  |  Database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429335-94BA-912A-4C4F-3839B2117105}"/>
              </a:ext>
            </a:extLst>
          </p:cNvPr>
          <p:cNvSpPr/>
          <p:nvPr/>
        </p:nvSpPr>
        <p:spPr>
          <a:xfrm>
            <a:off x="6090172" y="2879420"/>
            <a:ext cx="133350" cy="1333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0C4B1C-BE78-0778-6463-60297D235B98}"/>
              </a:ext>
            </a:extLst>
          </p:cNvPr>
          <p:cNvSpPr/>
          <p:nvPr/>
        </p:nvSpPr>
        <p:spPr>
          <a:xfrm>
            <a:off x="6346556" y="2724921"/>
            <a:ext cx="4982379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 Case Diagram (Fig 4.1)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18 use cases  |  3 actors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 modules: Auth, Patients, Records,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Appointments, Audit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323CF2-ED40-F27D-7C98-94889405DDF6}"/>
              </a:ext>
            </a:extLst>
          </p:cNvPr>
          <p:cNvSpPr/>
          <p:nvPr/>
        </p:nvSpPr>
        <p:spPr>
          <a:xfrm>
            <a:off x="6090172" y="3808484"/>
            <a:ext cx="133350" cy="1333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D89304-02B3-DD6C-224F-27F45521C947}"/>
              </a:ext>
            </a:extLst>
          </p:cNvPr>
          <p:cNvSpPr/>
          <p:nvPr/>
        </p:nvSpPr>
        <p:spPr>
          <a:xfrm>
            <a:off x="6346556" y="3653985"/>
            <a:ext cx="4982379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 Diagram (Fig 4.5)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 tables: users, patients, doctors,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medical_records, appointments,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audit_log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092E60-9726-1BBE-C858-2B65FD1B1A06}"/>
              </a:ext>
            </a:extLst>
          </p:cNvPr>
          <p:cNvSpPr/>
          <p:nvPr/>
        </p:nvSpPr>
        <p:spPr>
          <a:xfrm>
            <a:off x="6090172" y="4737548"/>
            <a:ext cx="133350" cy="1333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08487F-5ED6-EF3D-6308-B2EE4C0BA8F0}"/>
              </a:ext>
            </a:extLst>
          </p:cNvPr>
          <p:cNvSpPr/>
          <p:nvPr/>
        </p:nvSpPr>
        <p:spPr>
          <a:xfrm>
            <a:off x="6346556" y="4583049"/>
            <a:ext cx="4982379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Row-Level Security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Doctors: see only assigned records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Patients: see only own profile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Enforced at DB layer — not app layer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7ABD5A-1D81-E59F-D83F-1688B3B4292F}"/>
              </a:ext>
            </a:extLst>
          </p:cNvPr>
          <p:cNvSpPr/>
          <p:nvPr/>
        </p:nvSpPr>
        <p:spPr>
          <a:xfrm>
            <a:off x="6090172" y="5666612"/>
            <a:ext cx="133350" cy="1333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267BB3-40DA-1F9A-DC63-4F7A1C3DF1D5}"/>
              </a:ext>
            </a:extLst>
          </p:cNvPr>
          <p:cNvSpPr/>
          <p:nvPr/>
        </p:nvSpPr>
        <p:spPr>
          <a:xfrm>
            <a:off x="6346556" y="5512113"/>
            <a:ext cx="4982379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audit_log Table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Append-only (INSERT, no UPDATE/DELETE)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Provides forensic trail absent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current clinic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D925A-3F9C-4EBD-FC75-8DFA44E69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35</a:t>
            </a:fld>
            <a:endParaRPr lang="en-MY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BAA190-F4CB-5138-BDCB-896C0AB1C876}"/>
              </a:ext>
            </a:extLst>
          </p:cNvPr>
          <p:cNvSpPr txBox="1"/>
          <p:nvPr/>
        </p:nvSpPr>
        <p:spPr>
          <a:xfrm>
            <a:off x="1204333" y="386312"/>
            <a:ext cx="10124602" cy="76944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System Design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7B9018-11FC-E3F7-1FE9-6C7E30E4B1CC}"/>
              </a:ext>
            </a:extLst>
          </p:cNvPr>
          <p:cNvSpPr/>
          <p:nvPr/>
        </p:nvSpPr>
        <p:spPr>
          <a:xfrm>
            <a:off x="5964759" y="1660772"/>
            <a:ext cx="5364175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UUID primary keys  |  All FK enforced at DB  |  Insert Figures 4.1 &amp; 4.5 here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837540-E4C2-F0C0-3CDC-9AFEFBA53A73}"/>
              </a:ext>
            </a:extLst>
          </p:cNvPr>
          <p:cNvCxnSpPr>
            <a:cxnSpLocks/>
          </p:cNvCxnSpPr>
          <p:nvPr/>
        </p:nvCxnSpPr>
        <p:spPr>
          <a:xfrm>
            <a:off x="1165289" y="3252737"/>
            <a:ext cx="9316103" cy="0"/>
          </a:xfrm>
          <a:prstGeom prst="line">
            <a:avLst/>
          </a:prstGeom>
          <a:ln w="28575">
            <a:solidFill>
              <a:schemeClr val="tx1">
                <a:lumMod val="25000"/>
                <a:lumOff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FED4DCB-5022-6CCC-9A89-7B117517164F}"/>
              </a:ext>
            </a:extLst>
          </p:cNvPr>
          <p:cNvSpPr/>
          <p:nvPr/>
        </p:nvSpPr>
        <p:spPr>
          <a:xfrm>
            <a:off x="1039559" y="2692157"/>
            <a:ext cx="962786" cy="962786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309F15-D58E-1258-C9D1-121F9D4C18D4}"/>
              </a:ext>
            </a:extLst>
          </p:cNvPr>
          <p:cNvSpPr/>
          <p:nvPr/>
        </p:nvSpPr>
        <p:spPr>
          <a:xfrm>
            <a:off x="3968443" y="2639948"/>
            <a:ext cx="961128" cy="962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3B436C-F8EF-F365-ACD8-49007F0D06CD}"/>
              </a:ext>
            </a:extLst>
          </p:cNvPr>
          <p:cNvSpPr/>
          <p:nvPr/>
        </p:nvSpPr>
        <p:spPr>
          <a:xfrm>
            <a:off x="7094841" y="2639948"/>
            <a:ext cx="961128" cy="962786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2EA05A-3A45-C435-4240-952BFACB0C74}"/>
              </a:ext>
            </a:extLst>
          </p:cNvPr>
          <p:cNvSpPr/>
          <p:nvPr/>
        </p:nvSpPr>
        <p:spPr>
          <a:xfrm>
            <a:off x="9936539" y="2681889"/>
            <a:ext cx="962785" cy="96278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496A22-8F9F-D8EC-6BF1-2AE56786274E}"/>
              </a:ext>
            </a:extLst>
          </p:cNvPr>
          <p:cNvGrpSpPr/>
          <p:nvPr/>
        </p:nvGrpSpPr>
        <p:grpSpPr>
          <a:xfrm>
            <a:off x="4188656" y="2925622"/>
            <a:ext cx="528099" cy="545068"/>
            <a:chOff x="2500313" y="3883026"/>
            <a:chExt cx="395287" cy="407988"/>
          </a:xfrm>
          <a:solidFill>
            <a:schemeClr val="bg1"/>
          </a:solidFill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C6DA71EA-42C5-EEA0-1640-4FE89A0D9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313" y="4076701"/>
              <a:ext cx="261937" cy="214313"/>
            </a:xfrm>
            <a:custGeom>
              <a:avLst/>
              <a:gdLst>
                <a:gd name="T0" fmla="*/ 35 w 72"/>
                <a:gd name="T1" fmla="*/ 1 h 57"/>
                <a:gd name="T2" fmla="*/ 0 w 72"/>
                <a:gd name="T3" fmla="*/ 42 h 57"/>
                <a:gd name="T4" fmla="*/ 70 w 72"/>
                <a:gd name="T5" fmla="*/ 45 h 57"/>
                <a:gd name="T6" fmla="*/ 35 w 72"/>
                <a:gd name="T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57">
                  <a:moveTo>
                    <a:pt x="35" y="1"/>
                  </a:moveTo>
                  <a:cubicBezTo>
                    <a:pt x="2" y="0"/>
                    <a:pt x="0" y="42"/>
                    <a:pt x="0" y="42"/>
                  </a:cubicBezTo>
                  <a:cubicBezTo>
                    <a:pt x="20" y="57"/>
                    <a:pt x="70" y="45"/>
                    <a:pt x="70" y="45"/>
                  </a:cubicBezTo>
                  <a:cubicBezTo>
                    <a:pt x="71" y="44"/>
                    <a:pt x="72" y="2"/>
                    <a:pt x="3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90897CD0-6A1E-0992-D8D7-7C61AEF3F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938" y="3927476"/>
              <a:ext cx="147637" cy="138113"/>
            </a:xfrm>
            <a:custGeom>
              <a:avLst/>
              <a:gdLst>
                <a:gd name="T0" fmla="*/ 31 w 41"/>
                <a:gd name="T1" fmla="*/ 5 h 37"/>
                <a:gd name="T2" fmla="*/ 18 w 41"/>
                <a:gd name="T3" fmla="*/ 1 h 37"/>
                <a:gd name="T4" fmla="*/ 1 w 41"/>
                <a:gd name="T5" fmla="*/ 20 h 37"/>
                <a:gd name="T6" fmla="*/ 21 w 41"/>
                <a:gd name="T7" fmla="*/ 36 h 37"/>
                <a:gd name="T8" fmla="*/ 36 w 41"/>
                <a:gd name="T9" fmla="*/ 25 h 37"/>
                <a:gd name="T10" fmla="*/ 31 w 41"/>
                <a:gd name="T1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37">
                  <a:moveTo>
                    <a:pt x="31" y="5"/>
                  </a:moveTo>
                  <a:cubicBezTo>
                    <a:pt x="28" y="2"/>
                    <a:pt x="23" y="0"/>
                    <a:pt x="18" y="1"/>
                  </a:cubicBezTo>
                  <a:cubicBezTo>
                    <a:pt x="8" y="2"/>
                    <a:pt x="0" y="10"/>
                    <a:pt x="1" y="20"/>
                  </a:cubicBezTo>
                  <a:cubicBezTo>
                    <a:pt x="2" y="30"/>
                    <a:pt x="11" y="37"/>
                    <a:pt x="21" y="36"/>
                  </a:cubicBezTo>
                  <a:cubicBezTo>
                    <a:pt x="28" y="35"/>
                    <a:pt x="34" y="31"/>
                    <a:pt x="36" y="25"/>
                  </a:cubicBezTo>
                  <a:cubicBezTo>
                    <a:pt x="41" y="13"/>
                    <a:pt x="32" y="4"/>
                    <a:pt x="3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9790DF4A-E7F4-D5D8-D65D-28EA792AE6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3825" y="3883026"/>
              <a:ext cx="231775" cy="193675"/>
            </a:xfrm>
            <a:custGeom>
              <a:avLst/>
              <a:gdLst>
                <a:gd name="T0" fmla="*/ 42 w 64"/>
                <a:gd name="T1" fmla="*/ 0 h 52"/>
                <a:gd name="T2" fmla="*/ 20 w 64"/>
                <a:gd name="T3" fmla="*/ 0 h 52"/>
                <a:gd name="T4" fmla="*/ 0 w 64"/>
                <a:gd name="T5" fmla="*/ 14 h 52"/>
                <a:gd name="T6" fmla="*/ 8 w 64"/>
                <a:gd name="T7" fmla="*/ 24 h 52"/>
                <a:gd name="T8" fmla="*/ 7 w 64"/>
                <a:gd name="T9" fmla="*/ 40 h 52"/>
                <a:gd name="T10" fmla="*/ 15 w 64"/>
                <a:gd name="T11" fmla="*/ 44 h 52"/>
                <a:gd name="T12" fmla="*/ 8 w 64"/>
                <a:gd name="T13" fmla="*/ 52 h 52"/>
                <a:gd name="T14" fmla="*/ 27 w 64"/>
                <a:gd name="T15" fmla="*/ 44 h 52"/>
                <a:gd name="T16" fmla="*/ 42 w 64"/>
                <a:gd name="T17" fmla="*/ 44 h 52"/>
                <a:gd name="T18" fmla="*/ 64 w 64"/>
                <a:gd name="T19" fmla="*/ 23 h 52"/>
                <a:gd name="T20" fmla="*/ 64 w 64"/>
                <a:gd name="T21" fmla="*/ 22 h 52"/>
                <a:gd name="T22" fmla="*/ 42 w 64"/>
                <a:gd name="T23" fmla="*/ 0 h 52"/>
                <a:gd name="T24" fmla="*/ 48 w 64"/>
                <a:gd name="T25" fmla="*/ 29 h 52"/>
                <a:gd name="T26" fmla="*/ 14 w 64"/>
                <a:gd name="T27" fmla="*/ 29 h 52"/>
                <a:gd name="T28" fmla="*/ 14 w 64"/>
                <a:gd name="T29" fmla="*/ 24 h 52"/>
                <a:gd name="T30" fmla="*/ 48 w 64"/>
                <a:gd name="T31" fmla="*/ 24 h 52"/>
                <a:gd name="T32" fmla="*/ 48 w 64"/>
                <a:gd name="T33" fmla="*/ 29 h 52"/>
                <a:gd name="T34" fmla="*/ 48 w 64"/>
                <a:gd name="T35" fmla="*/ 20 h 52"/>
                <a:gd name="T36" fmla="*/ 14 w 64"/>
                <a:gd name="T37" fmla="*/ 20 h 52"/>
                <a:gd name="T38" fmla="*/ 14 w 64"/>
                <a:gd name="T39" fmla="*/ 16 h 52"/>
                <a:gd name="T40" fmla="*/ 48 w 64"/>
                <a:gd name="T41" fmla="*/ 16 h 52"/>
                <a:gd name="T42" fmla="*/ 48 w 64"/>
                <a:gd name="T43" fmla="*/ 2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" h="52">
                  <a:moveTo>
                    <a:pt x="4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4" y="6"/>
                    <a:pt x="0" y="14"/>
                  </a:cubicBezTo>
                  <a:cubicBezTo>
                    <a:pt x="2" y="15"/>
                    <a:pt x="7" y="18"/>
                    <a:pt x="8" y="24"/>
                  </a:cubicBezTo>
                  <a:cubicBezTo>
                    <a:pt x="10" y="29"/>
                    <a:pt x="10" y="35"/>
                    <a:pt x="7" y="40"/>
                  </a:cubicBezTo>
                  <a:cubicBezTo>
                    <a:pt x="9" y="42"/>
                    <a:pt x="11" y="43"/>
                    <a:pt x="15" y="44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54" y="44"/>
                    <a:pt x="64" y="35"/>
                    <a:pt x="64" y="23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10"/>
                    <a:pt x="54" y="0"/>
                    <a:pt x="42" y="0"/>
                  </a:cubicBezTo>
                  <a:close/>
                  <a:moveTo>
                    <a:pt x="4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48" y="29"/>
                  </a:lnTo>
                  <a:close/>
                  <a:moveTo>
                    <a:pt x="48" y="2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1" name="Freeform 13">
            <a:extLst>
              <a:ext uri="{FF2B5EF4-FFF2-40B4-BE49-F238E27FC236}">
                <a16:creationId xmlns:a16="http://schemas.microsoft.com/office/drawing/2014/main" id="{07D7B311-CF2D-C900-2EED-F5926C854053}"/>
              </a:ext>
            </a:extLst>
          </p:cNvPr>
          <p:cNvSpPr>
            <a:spLocks noEditPoints="1"/>
          </p:cNvSpPr>
          <p:nvPr/>
        </p:nvSpPr>
        <p:spPr bwMode="auto">
          <a:xfrm>
            <a:off x="7322495" y="2900262"/>
            <a:ext cx="596675" cy="528805"/>
          </a:xfrm>
          <a:custGeom>
            <a:avLst/>
            <a:gdLst>
              <a:gd name="T0" fmla="*/ 2 w 123"/>
              <a:gd name="T1" fmla="*/ 52 h 106"/>
              <a:gd name="T2" fmla="*/ 23 w 123"/>
              <a:gd name="T3" fmla="*/ 65 h 106"/>
              <a:gd name="T4" fmla="*/ 36 w 123"/>
              <a:gd name="T5" fmla="*/ 66 h 106"/>
              <a:gd name="T6" fmla="*/ 38 w 123"/>
              <a:gd name="T7" fmla="*/ 80 h 106"/>
              <a:gd name="T8" fmla="*/ 42 w 123"/>
              <a:gd name="T9" fmla="*/ 96 h 106"/>
              <a:gd name="T10" fmla="*/ 54 w 123"/>
              <a:gd name="T11" fmla="*/ 104 h 106"/>
              <a:gd name="T12" fmla="*/ 66 w 123"/>
              <a:gd name="T13" fmla="*/ 92 h 106"/>
              <a:gd name="T14" fmla="*/ 60 w 123"/>
              <a:gd name="T15" fmla="*/ 66 h 106"/>
              <a:gd name="T16" fmla="*/ 80 w 123"/>
              <a:gd name="T17" fmla="*/ 72 h 106"/>
              <a:gd name="T18" fmla="*/ 100 w 123"/>
              <a:gd name="T19" fmla="*/ 80 h 106"/>
              <a:gd name="T20" fmla="*/ 110 w 123"/>
              <a:gd name="T21" fmla="*/ 13 h 106"/>
              <a:gd name="T22" fmla="*/ 85 w 123"/>
              <a:gd name="T23" fmla="*/ 13 h 106"/>
              <a:gd name="T24" fmla="*/ 21 w 123"/>
              <a:gd name="T25" fmla="*/ 22 h 106"/>
              <a:gd name="T26" fmla="*/ 1 w 123"/>
              <a:gd name="T27" fmla="*/ 39 h 106"/>
              <a:gd name="T28" fmla="*/ 2 w 123"/>
              <a:gd name="T29" fmla="*/ 52 h 106"/>
              <a:gd name="T30" fmla="*/ 86 w 123"/>
              <a:gd name="T31" fmla="*/ 33 h 106"/>
              <a:gd name="T32" fmla="*/ 97 w 123"/>
              <a:gd name="T33" fmla="*/ 14 h 106"/>
              <a:gd name="T34" fmla="*/ 112 w 123"/>
              <a:gd name="T35" fmla="*/ 43 h 106"/>
              <a:gd name="T36" fmla="*/ 95 w 123"/>
              <a:gd name="T37" fmla="*/ 73 h 106"/>
              <a:gd name="T38" fmla="*/ 86 w 123"/>
              <a:gd name="T39" fmla="*/ 55 h 106"/>
              <a:gd name="T40" fmla="*/ 99 w 123"/>
              <a:gd name="T41" fmla="*/ 42 h 106"/>
              <a:gd name="T42" fmla="*/ 86 w 123"/>
              <a:gd name="T43" fmla="*/ 3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3" h="106">
                <a:moveTo>
                  <a:pt x="2" y="52"/>
                </a:moveTo>
                <a:cubicBezTo>
                  <a:pt x="8" y="65"/>
                  <a:pt x="23" y="65"/>
                  <a:pt x="23" y="65"/>
                </a:cubicBezTo>
                <a:cubicBezTo>
                  <a:pt x="36" y="66"/>
                  <a:pt x="36" y="66"/>
                  <a:pt x="36" y="66"/>
                </a:cubicBezTo>
                <a:cubicBezTo>
                  <a:pt x="36" y="66"/>
                  <a:pt x="37" y="73"/>
                  <a:pt x="38" y="80"/>
                </a:cubicBezTo>
                <a:cubicBezTo>
                  <a:pt x="42" y="96"/>
                  <a:pt x="42" y="96"/>
                  <a:pt x="42" y="96"/>
                </a:cubicBezTo>
                <a:cubicBezTo>
                  <a:pt x="42" y="96"/>
                  <a:pt x="43" y="106"/>
                  <a:pt x="54" y="104"/>
                </a:cubicBezTo>
                <a:cubicBezTo>
                  <a:pt x="70" y="101"/>
                  <a:pt x="66" y="92"/>
                  <a:pt x="66" y="92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73" y="66"/>
                  <a:pt x="80" y="72"/>
                </a:cubicBezTo>
                <a:cubicBezTo>
                  <a:pt x="84" y="76"/>
                  <a:pt x="90" y="80"/>
                  <a:pt x="100" y="80"/>
                </a:cubicBezTo>
                <a:cubicBezTo>
                  <a:pt x="123" y="79"/>
                  <a:pt x="118" y="27"/>
                  <a:pt x="110" y="13"/>
                </a:cubicBezTo>
                <a:cubicBezTo>
                  <a:pt x="102" y="0"/>
                  <a:pt x="88" y="6"/>
                  <a:pt x="85" y="13"/>
                </a:cubicBezTo>
                <a:cubicBezTo>
                  <a:pt x="65" y="21"/>
                  <a:pt x="32" y="22"/>
                  <a:pt x="21" y="22"/>
                </a:cubicBezTo>
                <a:cubicBezTo>
                  <a:pt x="6" y="21"/>
                  <a:pt x="1" y="39"/>
                  <a:pt x="1" y="39"/>
                </a:cubicBezTo>
                <a:cubicBezTo>
                  <a:pt x="1" y="39"/>
                  <a:pt x="0" y="45"/>
                  <a:pt x="2" y="52"/>
                </a:cubicBezTo>
                <a:close/>
                <a:moveTo>
                  <a:pt x="86" y="33"/>
                </a:moveTo>
                <a:cubicBezTo>
                  <a:pt x="86" y="23"/>
                  <a:pt x="92" y="15"/>
                  <a:pt x="97" y="14"/>
                </a:cubicBezTo>
                <a:cubicBezTo>
                  <a:pt x="101" y="13"/>
                  <a:pt x="111" y="14"/>
                  <a:pt x="112" y="43"/>
                </a:cubicBezTo>
                <a:cubicBezTo>
                  <a:pt x="114" y="71"/>
                  <a:pt x="101" y="76"/>
                  <a:pt x="95" y="73"/>
                </a:cubicBezTo>
                <a:cubicBezTo>
                  <a:pt x="85" y="68"/>
                  <a:pt x="86" y="55"/>
                  <a:pt x="86" y="55"/>
                </a:cubicBezTo>
                <a:cubicBezTo>
                  <a:pt x="88" y="54"/>
                  <a:pt x="100" y="53"/>
                  <a:pt x="99" y="42"/>
                </a:cubicBezTo>
                <a:cubicBezTo>
                  <a:pt x="98" y="35"/>
                  <a:pt x="92" y="32"/>
                  <a:pt x="86" y="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latin typeface="+mn-lt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A13426CF-DF03-9979-79DB-82912E162A3B}"/>
              </a:ext>
            </a:extLst>
          </p:cNvPr>
          <p:cNvSpPr>
            <a:spLocks noEditPoints="1"/>
          </p:cNvSpPr>
          <p:nvPr/>
        </p:nvSpPr>
        <p:spPr bwMode="auto">
          <a:xfrm>
            <a:off x="10232470" y="2847358"/>
            <a:ext cx="387413" cy="574051"/>
          </a:xfrm>
          <a:custGeom>
            <a:avLst/>
            <a:gdLst>
              <a:gd name="T0" fmla="*/ 65 w 80"/>
              <a:gd name="T1" fmla="*/ 48 h 115"/>
              <a:gd name="T2" fmla="*/ 23 w 80"/>
              <a:gd name="T3" fmla="*/ 48 h 115"/>
              <a:gd name="T4" fmla="*/ 22 w 80"/>
              <a:gd name="T5" fmla="*/ 44 h 115"/>
              <a:gd name="T6" fmla="*/ 22 w 80"/>
              <a:gd name="T7" fmla="*/ 33 h 115"/>
              <a:gd name="T8" fmla="*/ 39 w 80"/>
              <a:gd name="T9" fmla="*/ 11 h 115"/>
              <a:gd name="T10" fmla="*/ 56 w 80"/>
              <a:gd name="T11" fmla="*/ 33 h 115"/>
              <a:gd name="T12" fmla="*/ 66 w 80"/>
              <a:gd name="T13" fmla="*/ 33 h 115"/>
              <a:gd name="T14" fmla="*/ 66 w 80"/>
              <a:gd name="T15" fmla="*/ 33 h 115"/>
              <a:gd name="T16" fmla="*/ 39 w 80"/>
              <a:gd name="T17" fmla="*/ 0 h 115"/>
              <a:gd name="T18" fmla="*/ 12 w 80"/>
              <a:gd name="T19" fmla="*/ 33 h 115"/>
              <a:gd name="T20" fmla="*/ 12 w 80"/>
              <a:gd name="T21" fmla="*/ 48 h 115"/>
              <a:gd name="T22" fmla="*/ 0 w 80"/>
              <a:gd name="T23" fmla="*/ 62 h 115"/>
              <a:gd name="T24" fmla="*/ 0 w 80"/>
              <a:gd name="T25" fmla="*/ 100 h 115"/>
              <a:gd name="T26" fmla="*/ 14 w 80"/>
              <a:gd name="T27" fmla="*/ 115 h 115"/>
              <a:gd name="T28" fmla="*/ 66 w 80"/>
              <a:gd name="T29" fmla="*/ 115 h 115"/>
              <a:gd name="T30" fmla="*/ 80 w 80"/>
              <a:gd name="T31" fmla="*/ 100 h 115"/>
              <a:gd name="T32" fmla="*/ 80 w 80"/>
              <a:gd name="T33" fmla="*/ 62 h 115"/>
              <a:gd name="T34" fmla="*/ 65 w 80"/>
              <a:gd name="T35" fmla="*/ 48 h 115"/>
              <a:gd name="T36" fmla="*/ 45 w 80"/>
              <a:gd name="T37" fmla="*/ 81 h 115"/>
              <a:gd name="T38" fmla="*/ 48 w 80"/>
              <a:gd name="T39" fmla="*/ 94 h 115"/>
              <a:gd name="T40" fmla="*/ 41 w 80"/>
              <a:gd name="T41" fmla="*/ 103 h 115"/>
              <a:gd name="T42" fmla="*/ 33 w 80"/>
              <a:gd name="T43" fmla="*/ 94 h 115"/>
              <a:gd name="T44" fmla="*/ 36 w 80"/>
              <a:gd name="T45" fmla="*/ 80 h 115"/>
              <a:gd name="T46" fmla="*/ 31 w 80"/>
              <a:gd name="T47" fmla="*/ 72 h 115"/>
              <a:gd name="T48" fmla="*/ 40 w 80"/>
              <a:gd name="T49" fmla="*/ 63 h 115"/>
              <a:gd name="T50" fmla="*/ 50 w 80"/>
              <a:gd name="T51" fmla="*/ 72 h 115"/>
              <a:gd name="T52" fmla="*/ 45 w 80"/>
              <a:gd name="T53" fmla="*/ 80 h 115"/>
              <a:gd name="T54" fmla="*/ 45 w 80"/>
              <a:gd name="T55" fmla="*/ 81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0" h="115">
                <a:moveTo>
                  <a:pt x="65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2" y="47"/>
                  <a:pt x="22" y="45"/>
                  <a:pt x="22" y="44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21"/>
                  <a:pt x="30" y="11"/>
                  <a:pt x="39" y="11"/>
                </a:cubicBezTo>
                <a:cubicBezTo>
                  <a:pt x="49" y="11"/>
                  <a:pt x="56" y="21"/>
                  <a:pt x="5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5"/>
                  <a:pt x="54" y="0"/>
                  <a:pt x="39" y="0"/>
                </a:cubicBezTo>
                <a:cubicBezTo>
                  <a:pt x="24" y="0"/>
                  <a:pt x="12" y="15"/>
                  <a:pt x="12" y="33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9"/>
                  <a:pt x="0" y="55"/>
                  <a:pt x="0" y="62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108"/>
                  <a:pt x="6" y="115"/>
                  <a:pt x="14" y="115"/>
                </a:cubicBezTo>
                <a:cubicBezTo>
                  <a:pt x="66" y="115"/>
                  <a:pt x="66" y="115"/>
                  <a:pt x="66" y="115"/>
                </a:cubicBezTo>
                <a:cubicBezTo>
                  <a:pt x="74" y="115"/>
                  <a:pt x="80" y="108"/>
                  <a:pt x="80" y="100"/>
                </a:cubicBezTo>
                <a:cubicBezTo>
                  <a:pt x="80" y="62"/>
                  <a:pt x="80" y="62"/>
                  <a:pt x="80" y="62"/>
                </a:cubicBezTo>
                <a:cubicBezTo>
                  <a:pt x="80" y="54"/>
                  <a:pt x="73" y="48"/>
                  <a:pt x="65" y="48"/>
                </a:cubicBezTo>
                <a:close/>
                <a:moveTo>
                  <a:pt x="45" y="81"/>
                </a:moveTo>
                <a:cubicBezTo>
                  <a:pt x="48" y="94"/>
                  <a:pt x="48" y="94"/>
                  <a:pt x="48" y="94"/>
                </a:cubicBezTo>
                <a:cubicBezTo>
                  <a:pt x="48" y="99"/>
                  <a:pt x="45" y="103"/>
                  <a:pt x="41" y="103"/>
                </a:cubicBezTo>
                <a:cubicBezTo>
                  <a:pt x="37" y="103"/>
                  <a:pt x="33" y="99"/>
                  <a:pt x="33" y="94"/>
                </a:cubicBezTo>
                <a:cubicBezTo>
                  <a:pt x="36" y="80"/>
                  <a:pt x="36" y="80"/>
                  <a:pt x="36" y="80"/>
                </a:cubicBezTo>
                <a:cubicBezTo>
                  <a:pt x="33" y="79"/>
                  <a:pt x="31" y="76"/>
                  <a:pt x="31" y="72"/>
                </a:cubicBezTo>
                <a:cubicBezTo>
                  <a:pt x="31" y="67"/>
                  <a:pt x="35" y="63"/>
                  <a:pt x="40" y="63"/>
                </a:cubicBezTo>
                <a:cubicBezTo>
                  <a:pt x="46" y="63"/>
                  <a:pt x="50" y="67"/>
                  <a:pt x="50" y="72"/>
                </a:cubicBezTo>
                <a:cubicBezTo>
                  <a:pt x="50" y="76"/>
                  <a:pt x="48" y="79"/>
                  <a:pt x="45" y="80"/>
                </a:cubicBezTo>
                <a:cubicBezTo>
                  <a:pt x="45" y="80"/>
                  <a:pt x="45" y="80"/>
                  <a:pt x="45" y="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latin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7F57B8-D3D3-3C12-ADA3-50E63EEA4B0C}"/>
              </a:ext>
            </a:extLst>
          </p:cNvPr>
          <p:cNvGrpSpPr/>
          <p:nvPr/>
        </p:nvGrpSpPr>
        <p:grpSpPr>
          <a:xfrm>
            <a:off x="1216529" y="2942270"/>
            <a:ext cx="549218" cy="483747"/>
            <a:chOff x="2835275" y="1219201"/>
            <a:chExt cx="479425" cy="422274"/>
          </a:xfrm>
          <a:solidFill>
            <a:schemeClr val="bg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C4C1624-064C-E9D4-4688-29401847F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238" y="1327150"/>
              <a:ext cx="327025" cy="314325"/>
            </a:xfrm>
            <a:custGeom>
              <a:avLst/>
              <a:gdLst>
                <a:gd name="T0" fmla="*/ 85 w 88"/>
                <a:gd name="T1" fmla="*/ 41 h 84"/>
                <a:gd name="T2" fmla="*/ 42 w 88"/>
                <a:gd name="T3" fmla="*/ 0 h 84"/>
                <a:gd name="T4" fmla="*/ 0 w 88"/>
                <a:gd name="T5" fmla="*/ 41 h 84"/>
                <a:gd name="T6" fmla="*/ 0 w 88"/>
                <a:gd name="T7" fmla="*/ 69 h 84"/>
                <a:gd name="T8" fmla="*/ 28 w 88"/>
                <a:gd name="T9" fmla="*/ 84 h 84"/>
                <a:gd name="T10" fmla="*/ 28 w 88"/>
                <a:gd name="T11" fmla="*/ 57 h 84"/>
                <a:gd name="T12" fmla="*/ 58 w 88"/>
                <a:gd name="T13" fmla="*/ 57 h 84"/>
                <a:gd name="T14" fmla="*/ 58 w 88"/>
                <a:gd name="T15" fmla="*/ 84 h 84"/>
                <a:gd name="T16" fmla="*/ 85 w 88"/>
                <a:gd name="T17" fmla="*/ 70 h 84"/>
                <a:gd name="T18" fmla="*/ 85 w 88"/>
                <a:gd name="T19" fmla="*/ 4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84">
                  <a:moveTo>
                    <a:pt x="85" y="41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54"/>
                    <a:pt x="0" y="69"/>
                  </a:cubicBezTo>
                  <a:cubicBezTo>
                    <a:pt x="0" y="84"/>
                    <a:pt x="28" y="84"/>
                    <a:pt x="28" y="84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88" y="84"/>
                    <a:pt x="85" y="70"/>
                    <a:pt x="85" y="70"/>
                  </a:cubicBezTo>
                  <a:lnTo>
                    <a:pt x="85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A3BCBFC-67F0-1E25-88A3-2DC68B1F0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275" y="1219201"/>
              <a:ext cx="479425" cy="254000"/>
            </a:xfrm>
            <a:custGeom>
              <a:avLst/>
              <a:gdLst>
                <a:gd name="T0" fmla="*/ 122 w 129"/>
                <a:gd name="T1" fmla="*/ 54 h 68"/>
                <a:gd name="T2" fmla="*/ 73 w 129"/>
                <a:gd name="T3" fmla="*/ 8 h 68"/>
                <a:gd name="T4" fmla="*/ 54 w 129"/>
                <a:gd name="T5" fmla="*/ 8 h 68"/>
                <a:gd name="T6" fmla="*/ 10 w 129"/>
                <a:gd name="T7" fmla="*/ 50 h 68"/>
                <a:gd name="T8" fmla="*/ 12 w 129"/>
                <a:gd name="T9" fmla="*/ 68 h 68"/>
                <a:gd name="T10" fmla="*/ 63 w 129"/>
                <a:gd name="T11" fmla="*/ 17 h 68"/>
                <a:gd name="T12" fmla="*/ 117 w 129"/>
                <a:gd name="T13" fmla="*/ 68 h 68"/>
                <a:gd name="T14" fmla="*/ 122 w 129"/>
                <a:gd name="T15" fmla="*/ 5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" h="68">
                  <a:moveTo>
                    <a:pt x="122" y="54"/>
                  </a:moveTo>
                  <a:cubicBezTo>
                    <a:pt x="114" y="46"/>
                    <a:pt x="73" y="8"/>
                    <a:pt x="73" y="8"/>
                  </a:cubicBezTo>
                  <a:cubicBezTo>
                    <a:pt x="73" y="8"/>
                    <a:pt x="63" y="0"/>
                    <a:pt x="54" y="8"/>
                  </a:cubicBezTo>
                  <a:cubicBezTo>
                    <a:pt x="45" y="17"/>
                    <a:pt x="10" y="50"/>
                    <a:pt x="10" y="50"/>
                  </a:cubicBezTo>
                  <a:cubicBezTo>
                    <a:pt x="10" y="50"/>
                    <a:pt x="0" y="58"/>
                    <a:pt x="12" y="68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117" y="68"/>
                    <a:pt x="117" y="68"/>
                    <a:pt x="117" y="68"/>
                  </a:cubicBezTo>
                  <a:cubicBezTo>
                    <a:pt x="117" y="68"/>
                    <a:pt x="129" y="62"/>
                    <a:pt x="122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+mn-lt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EA0BDB8-6816-033A-A663-D9C2BC763CD6}"/>
              </a:ext>
            </a:extLst>
          </p:cNvPr>
          <p:cNvSpPr txBox="1"/>
          <p:nvPr/>
        </p:nvSpPr>
        <p:spPr>
          <a:xfrm>
            <a:off x="2330429" y="453747"/>
            <a:ext cx="7531141" cy="76944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2800" dirty="0">
                <a:latin typeface="+mj-lt"/>
              </a:rPr>
              <a:t>Interface Design — Wireframes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FE8B85-A8B4-0D82-7C0D-8EEF3AC436BE}"/>
              </a:ext>
            </a:extLst>
          </p:cNvPr>
          <p:cNvSpPr/>
          <p:nvPr/>
        </p:nvSpPr>
        <p:spPr>
          <a:xfrm>
            <a:off x="3360345" y="4478518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Insert Figure E.1 — Login Screen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25F2F-5C40-2324-F6EC-22DA49496883}"/>
              </a:ext>
            </a:extLst>
          </p:cNvPr>
          <p:cNvSpPr/>
          <p:nvPr/>
        </p:nvSpPr>
        <p:spPr>
          <a:xfrm>
            <a:off x="6280969" y="4468236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Insert Figure E.2 — Doctor Dashboard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9F96E6-91D3-BB26-EE70-91902CE13727}"/>
              </a:ext>
            </a:extLst>
          </p:cNvPr>
          <p:cNvSpPr/>
          <p:nvPr/>
        </p:nvSpPr>
        <p:spPr>
          <a:xfrm>
            <a:off x="9196231" y="4472007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Insert Figure E.3 — Admin 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00E39D-051C-7F1A-EA67-A3CCCCF51456}"/>
              </a:ext>
            </a:extLst>
          </p:cNvPr>
          <p:cNvSpPr/>
          <p:nvPr/>
        </p:nvSpPr>
        <p:spPr>
          <a:xfrm>
            <a:off x="427935" y="4488700"/>
            <a:ext cx="2590694" cy="134075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Insert Figure E.4 — Patient Portal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074A6E-BABF-AD36-7774-B8C5DA07132B}"/>
              </a:ext>
            </a:extLst>
          </p:cNvPr>
          <p:cNvSpPr txBox="1"/>
          <p:nvPr/>
        </p:nvSpPr>
        <p:spPr>
          <a:xfrm>
            <a:off x="3360345" y="3960146"/>
            <a:ext cx="249181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Login Screen (Fig E.1)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Single entry for all 3 roles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JWT redirects to role dashboard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 self-registration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70897C-10DC-F74A-6ADC-8DE19BE06068}"/>
              </a:ext>
            </a:extLst>
          </p:cNvPr>
          <p:cNvSpPr txBox="1"/>
          <p:nvPr/>
        </p:nvSpPr>
        <p:spPr>
          <a:xfrm>
            <a:off x="6354754" y="3946851"/>
            <a:ext cx="2284994" cy="3826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Doctor Dashboard (Fig E.2)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Sidebar: Patients, Appointments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New Record — assigned patients only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 admin functions visible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E20289-2C07-8C24-A858-0024D6BAD451}"/>
              </a:ext>
            </a:extLst>
          </p:cNvPr>
          <p:cNvSpPr txBox="1"/>
          <p:nvPr/>
        </p:nvSpPr>
        <p:spPr>
          <a:xfrm>
            <a:off x="420704" y="3949986"/>
            <a:ext cx="249181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Admin Dashboard (Fig E.3)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Register Patient, Appointments,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User Management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 clinical data visible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706229-6166-BE1A-CEC6-E1699491A0D1}"/>
              </a:ext>
            </a:extLst>
          </p:cNvPr>
          <p:cNvSpPr txBox="1"/>
          <p:nvPr/>
        </p:nvSpPr>
        <p:spPr>
          <a:xfrm>
            <a:off x="9294395" y="3957143"/>
            <a:ext cx="2284994" cy="3826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Patient Portal (Fig E.4)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My Records (read-only)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My Appointments</a:t>
            </a:r>
          </a:p>
          <a:p>
            <a:r>
              <a:rPr lang="en-US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 edit or delete controls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27CAF5-48B2-D15F-98CC-C0D2A5109A1F}"/>
              </a:ext>
            </a:extLst>
          </p:cNvPr>
          <p:cNvSpPr/>
          <p:nvPr/>
        </p:nvSpPr>
        <p:spPr>
          <a:xfrm>
            <a:off x="2722930" y="3142407"/>
            <a:ext cx="291720" cy="291718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F1A1FB-AD23-F28A-1ACB-649897F8881F}"/>
              </a:ext>
            </a:extLst>
          </p:cNvPr>
          <p:cNvSpPr/>
          <p:nvPr/>
        </p:nvSpPr>
        <p:spPr>
          <a:xfrm>
            <a:off x="5926322" y="3142408"/>
            <a:ext cx="294300" cy="2917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D1AB309-8EFC-E307-0141-40E5B7DD9DA2}"/>
              </a:ext>
            </a:extLst>
          </p:cNvPr>
          <p:cNvSpPr/>
          <p:nvPr/>
        </p:nvSpPr>
        <p:spPr>
          <a:xfrm>
            <a:off x="8902170" y="3100009"/>
            <a:ext cx="291718" cy="2917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B5B0F4-B737-C62F-4DFA-8269FE503ABE}"/>
              </a:ext>
            </a:extLst>
          </p:cNvPr>
          <p:cNvSpPr/>
          <p:nvPr/>
        </p:nvSpPr>
        <p:spPr>
          <a:xfrm>
            <a:off x="2086128" y="1320365"/>
            <a:ext cx="7974688" cy="8329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Role isolation enforced visually — each interface shows only permitted data and functions.</a:t>
            </a: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DC4F1369-0135-A35C-BD34-6EA980803832}"/>
              </a:ext>
            </a:extLst>
          </p:cNvPr>
          <p:cNvSpPr txBox="1">
            <a:spLocks/>
          </p:cNvSpPr>
          <p:nvPr/>
        </p:nvSpPr>
        <p:spPr>
          <a:xfrm>
            <a:off x="4718816" y="643302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737D3DD-0AB3-4F16-99FA-6262B2B4036D}" type="slidenum">
              <a:rPr lang="en-MY" sz="1400" smtClean="0"/>
              <a:pPr algn="ctr"/>
              <a:t>15</a:t>
            </a:fld>
            <a:endParaRPr lang="en-MY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>
            <a:extLst>
              <a:ext uri="{FF2B5EF4-FFF2-40B4-BE49-F238E27FC236}">
                <a16:creationId xmlns:a16="http://schemas.microsoft.com/office/drawing/2014/main" id="{D657BDE4-F45F-5411-0388-D7F3BF987255}"/>
              </a:ext>
            </a:extLst>
          </p:cNvPr>
          <p:cNvSpPr/>
          <p:nvPr/>
        </p:nvSpPr>
        <p:spPr>
          <a:xfrm>
            <a:off x="6787617" y="3780854"/>
            <a:ext cx="4539291" cy="211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3CCE2A-120F-1B4D-C71F-4F645B7F26E6}"/>
              </a:ext>
            </a:extLst>
          </p:cNvPr>
          <p:cNvSpPr/>
          <p:nvPr/>
        </p:nvSpPr>
        <p:spPr>
          <a:xfrm>
            <a:off x="6787617" y="1208398"/>
            <a:ext cx="4539291" cy="211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57D77F-FB1F-4E9C-8A18-833F2A37148B}"/>
              </a:ext>
            </a:extLst>
          </p:cNvPr>
          <p:cNvSpPr/>
          <p:nvPr/>
        </p:nvSpPr>
        <p:spPr>
          <a:xfrm>
            <a:off x="1206603" y="3780854"/>
            <a:ext cx="4539291" cy="211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BF5217-AEAB-31FD-3399-202CA59098BE}"/>
              </a:ext>
            </a:extLst>
          </p:cNvPr>
          <p:cNvSpPr/>
          <p:nvPr/>
        </p:nvSpPr>
        <p:spPr>
          <a:xfrm>
            <a:off x="1206603" y="1208398"/>
            <a:ext cx="4539291" cy="211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F2612F-5251-1A4F-F8B4-8029334E5F9D}"/>
              </a:ext>
            </a:extLst>
          </p:cNvPr>
          <p:cNvSpPr/>
          <p:nvPr/>
        </p:nvSpPr>
        <p:spPr>
          <a:xfrm>
            <a:off x="618298" y="1775922"/>
            <a:ext cx="962786" cy="962786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D40211-DF04-CE59-04C5-4D62761455E6}"/>
              </a:ext>
            </a:extLst>
          </p:cNvPr>
          <p:cNvSpPr/>
          <p:nvPr/>
        </p:nvSpPr>
        <p:spPr>
          <a:xfrm>
            <a:off x="645608" y="4374338"/>
            <a:ext cx="961128" cy="962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90E465-8243-6391-7D94-953B6C0DE868}"/>
              </a:ext>
            </a:extLst>
          </p:cNvPr>
          <p:cNvSpPr/>
          <p:nvPr/>
        </p:nvSpPr>
        <p:spPr>
          <a:xfrm>
            <a:off x="6346972" y="1775922"/>
            <a:ext cx="961128" cy="962786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4A5AD9-3F5D-5B53-B079-122BA300AE4D}"/>
              </a:ext>
            </a:extLst>
          </p:cNvPr>
          <p:cNvSpPr/>
          <p:nvPr/>
        </p:nvSpPr>
        <p:spPr>
          <a:xfrm>
            <a:off x="6346972" y="4374338"/>
            <a:ext cx="962785" cy="96278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84C751-6AAA-6343-3310-7064A46552D1}"/>
              </a:ext>
            </a:extLst>
          </p:cNvPr>
          <p:cNvSpPr/>
          <p:nvPr/>
        </p:nvSpPr>
        <p:spPr>
          <a:xfrm>
            <a:off x="1958205" y="1342749"/>
            <a:ext cx="3394364" cy="184858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Layer 1 — JWT (App)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httpOnly + Secure cookie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bcrypt cost 12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Role in token payload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SameSite=Strict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1E99A7-8027-1226-35AF-FC6F96B7BDB5}"/>
              </a:ext>
            </a:extLst>
          </p:cNvPr>
          <p:cNvSpPr/>
          <p:nvPr/>
        </p:nvSpPr>
        <p:spPr>
          <a:xfrm>
            <a:off x="1958205" y="3896699"/>
            <a:ext cx="3394364" cy="184858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Layer 2 — AWS IAM (Infra)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Least-privilege per service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EC2 cannot reach RDS directly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S3 blocks public access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Policy enforced by Terraform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B45177-0FE5-9800-2134-6AF90170F55A}"/>
              </a:ext>
            </a:extLst>
          </p:cNvPr>
          <p:cNvSpPr/>
          <p:nvPr/>
        </p:nvSpPr>
        <p:spPr>
          <a:xfrm>
            <a:off x="7544822" y="1342749"/>
            <a:ext cx="3394364" cy="184858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Layer 3 — PostgreSQL RLS (DB)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Doctors: own records only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Patients: own profile only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Bypass requires schema change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- Independent of app layer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A30ED4-E091-7209-2D01-7FFE564977BF}"/>
              </a:ext>
            </a:extLst>
          </p:cNvPr>
          <p:cNvSpPr/>
          <p:nvPr/>
        </p:nvSpPr>
        <p:spPr>
          <a:xfrm>
            <a:off x="7544822" y="3886189"/>
            <a:ext cx="3394364" cy="184858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DevSecOps Pipeline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[1] SonarQube SAST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[2] Docker Build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[3] Trivy image scan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[4] Checkov IaC scan</a:t>
            </a:r>
          </a:p>
          <a:p>
            <a:pPr algn="just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[5] Terraform Apply (all must pass)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BD5756-04F0-519E-0B39-62FEFEDC7ADB}"/>
              </a:ext>
            </a:extLst>
          </p:cNvPr>
          <p:cNvSpPr txBox="1"/>
          <p:nvPr/>
        </p:nvSpPr>
        <p:spPr>
          <a:xfrm>
            <a:off x="654900" y="1969267"/>
            <a:ext cx="876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BE579-796C-01FB-C9F4-1BCE7A9D27FE}"/>
              </a:ext>
            </a:extLst>
          </p:cNvPr>
          <p:cNvSpPr txBox="1"/>
          <p:nvPr/>
        </p:nvSpPr>
        <p:spPr>
          <a:xfrm>
            <a:off x="668989" y="4574045"/>
            <a:ext cx="876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61388E-E908-6AFB-9DA2-DE89E0EFEB3D}"/>
              </a:ext>
            </a:extLst>
          </p:cNvPr>
          <p:cNvSpPr txBox="1"/>
          <p:nvPr/>
        </p:nvSpPr>
        <p:spPr>
          <a:xfrm>
            <a:off x="6377624" y="1979777"/>
            <a:ext cx="876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B4600A-DD36-2B89-FBB5-1C728509448F}"/>
              </a:ext>
            </a:extLst>
          </p:cNvPr>
          <p:cNvSpPr txBox="1"/>
          <p:nvPr/>
        </p:nvSpPr>
        <p:spPr>
          <a:xfrm>
            <a:off x="6391713" y="4584555"/>
            <a:ext cx="876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ECA51E4F-6592-7C97-088D-EB9AA2B87406}"/>
              </a:ext>
            </a:extLst>
          </p:cNvPr>
          <p:cNvSpPr txBox="1">
            <a:spLocks/>
          </p:cNvSpPr>
          <p:nvPr/>
        </p:nvSpPr>
        <p:spPr>
          <a:xfrm>
            <a:off x="4718816" y="643302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737D3DD-0AB3-4F16-99FA-6262B2B4036D}" type="slidenum">
              <a:rPr lang="en-MY" sz="1400" smtClean="0"/>
              <a:pPr algn="ctr"/>
              <a:t>14</a:t>
            </a:fld>
            <a:endParaRPr lang="en-MY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9A48E83-7FF1-2E4A-659B-B3A047FA8FBD}"/>
              </a:ext>
            </a:extLst>
          </p:cNvPr>
          <p:cNvSpPr txBox="1"/>
          <p:nvPr/>
        </p:nvSpPr>
        <p:spPr>
          <a:xfrm>
            <a:off x="5964759" y="1124640"/>
            <a:ext cx="5364175" cy="5155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Design Phase Complete  |  Implementation Planned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429335-94BA-912A-4C4F-3839B2117105}"/>
              </a:ext>
            </a:extLst>
          </p:cNvPr>
          <p:cNvSpPr/>
          <p:nvPr/>
        </p:nvSpPr>
        <p:spPr>
          <a:xfrm>
            <a:off x="6090172" y="2879420"/>
            <a:ext cx="133350" cy="1333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0C4B1C-BE78-0778-6463-60297D235B98}"/>
              </a:ext>
            </a:extLst>
          </p:cNvPr>
          <p:cNvSpPr/>
          <p:nvPr/>
        </p:nvSpPr>
        <p:spPr>
          <a:xfrm>
            <a:off x="6346556" y="2724921"/>
            <a:ext cx="4982379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Completed (PSM 1)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Ransomware root cause analysis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- 2 stakeholder interviews conducted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- 18 use cases documented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323CF2-ED40-F27D-7C98-94889405DDF6}"/>
              </a:ext>
            </a:extLst>
          </p:cNvPr>
          <p:cNvSpPr/>
          <p:nvPr/>
        </p:nvSpPr>
        <p:spPr>
          <a:xfrm>
            <a:off x="6090172" y="3808484"/>
            <a:ext cx="133350" cy="1333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D89304-02B3-DD6C-224F-27F45521C947}"/>
              </a:ext>
            </a:extLst>
          </p:cNvPr>
          <p:cNvSpPr/>
          <p:nvPr/>
        </p:nvSpPr>
        <p:spPr>
          <a:xfrm>
            <a:off x="6346556" y="3653985"/>
            <a:ext cx="4982379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Completed (PSM 1)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- 3-tier AWS architecture designed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- 3-layer RBAC model defined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- 6-stage DevSecOps pipeline designed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092E60-9726-1BBE-C858-2B65FD1B1A06}"/>
              </a:ext>
            </a:extLst>
          </p:cNvPr>
          <p:cNvSpPr/>
          <p:nvPr/>
        </p:nvSpPr>
        <p:spPr>
          <a:xfrm>
            <a:off x="6090172" y="4737548"/>
            <a:ext cx="133350" cy="1333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08487F-5ED6-EF3D-6308-B2EE4C0BA8F0}"/>
              </a:ext>
            </a:extLst>
          </p:cNvPr>
          <p:cNvSpPr/>
          <p:nvPr/>
        </p:nvSpPr>
        <p:spPr>
          <a:xfrm>
            <a:off x="6346556" y="4583049"/>
            <a:ext cx="4982379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Completed (PSM 1)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DB schema + RLS policies designed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- 4 interface wireframes produced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HIPAA ss164.312 mapping complete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7ABD5A-1D81-E59F-D83F-1688B3B4292F}"/>
              </a:ext>
            </a:extLst>
          </p:cNvPr>
          <p:cNvSpPr/>
          <p:nvPr/>
        </p:nvSpPr>
        <p:spPr>
          <a:xfrm>
            <a:off x="6090172" y="5666612"/>
            <a:ext cx="133350" cy="1333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267BB3-40DA-1F9A-DC63-4F7A1C3DF1D5}"/>
              </a:ext>
            </a:extLst>
          </p:cNvPr>
          <p:cNvSpPr/>
          <p:nvPr/>
        </p:nvSpPr>
        <p:spPr>
          <a:xfrm>
            <a:off x="6346556" y="5512113"/>
            <a:ext cx="4982379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PSM 2 Plan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VPC + RDS + IAM (Terraform)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Node.js + React implementation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Penetration testing + audit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D925A-3F9C-4EBD-FC75-8DFA44E69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35</a:t>
            </a:fld>
            <a:endParaRPr lang="en-MY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BAA190-F4CB-5138-BDCB-896C0AB1C876}"/>
              </a:ext>
            </a:extLst>
          </p:cNvPr>
          <p:cNvSpPr txBox="1"/>
          <p:nvPr/>
        </p:nvSpPr>
        <p:spPr>
          <a:xfrm>
            <a:off x="1204333" y="386312"/>
            <a:ext cx="10124602" cy="76944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PSM 1 Achievements &amp; PSM 2 Roadmap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7B9018-11FC-E3F7-1FE9-6C7E30E4B1CC}"/>
              </a:ext>
            </a:extLst>
          </p:cNvPr>
          <p:cNvSpPr/>
          <p:nvPr/>
        </p:nvSpPr>
        <p:spPr>
          <a:xfrm>
            <a:off x="5964759" y="1660772"/>
            <a:ext cx="5364175" cy="90024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PSM 2 Timeline: June - November 2026  |  Full implementation + security audit + viva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1D419218-BD69-943B-242C-31D147972EBF}"/>
              </a:ext>
            </a:extLst>
          </p:cNvPr>
          <p:cNvSpPr txBox="1"/>
          <p:nvPr/>
        </p:nvSpPr>
        <p:spPr>
          <a:xfrm>
            <a:off x="7856574" y="5123077"/>
            <a:ext cx="3802766" cy="276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MY" sz="1200" dirty="0">
                <a:solidFill>
                  <a:schemeClr val="bg1"/>
                </a:solidFill>
              </a:rPr>
              <a:t>@univteknologimalaysia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C93E87-AB82-2B80-3365-8D0BEA403FB4}"/>
              </a:ext>
            </a:extLst>
          </p:cNvPr>
          <p:cNvSpPr/>
          <p:nvPr/>
        </p:nvSpPr>
        <p:spPr>
          <a:xfrm>
            <a:off x="7419030" y="3032004"/>
            <a:ext cx="3905028" cy="1458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In </a:t>
            </a:r>
            <a:r>
              <a:rPr lang="en-US" sz="1000" dirty="0" err="1">
                <a:solidFill>
                  <a:schemeClr val="bg1"/>
                </a:solidFill>
              </a:rPr>
              <a:t>enim</a:t>
            </a:r>
            <a:r>
              <a:rPr lang="en-US" sz="1000" dirty="0">
                <a:solidFill>
                  <a:schemeClr val="bg1"/>
                </a:solidFill>
              </a:rPr>
              <a:t> a </a:t>
            </a:r>
            <a:r>
              <a:rPr lang="en-US" sz="1000" dirty="0" err="1">
                <a:solidFill>
                  <a:schemeClr val="bg1"/>
                </a:solidFill>
              </a:rPr>
              <a:t>arcu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imperdiet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malesuada</a:t>
            </a:r>
            <a:r>
              <a:rPr lang="en-US" sz="1000" dirty="0">
                <a:solidFill>
                  <a:schemeClr val="bg1"/>
                </a:solidFill>
              </a:rPr>
              <a:t>. </a:t>
            </a:r>
            <a:r>
              <a:rPr lang="en-US" sz="1000" dirty="0" err="1">
                <a:solidFill>
                  <a:schemeClr val="bg1"/>
                </a:solidFill>
              </a:rPr>
              <a:t>Fusce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wisi</a:t>
            </a:r>
            <a:r>
              <a:rPr lang="en-US" sz="1000" dirty="0">
                <a:solidFill>
                  <a:schemeClr val="bg1"/>
                </a:solidFill>
              </a:rPr>
              <a:t>. </a:t>
            </a:r>
            <a:r>
              <a:rPr lang="en-US" sz="1000" dirty="0" err="1">
                <a:solidFill>
                  <a:schemeClr val="bg1"/>
                </a:solidFill>
              </a:rPr>
              <a:t>Nullam</a:t>
            </a:r>
            <a:r>
              <a:rPr lang="en-US" sz="1000" dirty="0">
                <a:solidFill>
                  <a:schemeClr val="bg1"/>
                </a:solidFill>
              </a:rPr>
              <a:t> at </a:t>
            </a:r>
            <a:r>
              <a:rPr lang="en-US" sz="1000" dirty="0" err="1">
                <a:solidFill>
                  <a:schemeClr val="bg1"/>
                </a:solidFill>
              </a:rPr>
              <a:t>arcu</a:t>
            </a:r>
            <a:r>
              <a:rPr lang="en-US" sz="1000" dirty="0">
                <a:solidFill>
                  <a:schemeClr val="bg1"/>
                </a:solidFill>
              </a:rPr>
              <a:t> a </a:t>
            </a:r>
            <a:r>
              <a:rPr lang="en-US" sz="1000" dirty="0" err="1">
                <a:solidFill>
                  <a:schemeClr val="bg1"/>
                </a:solidFill>
              </a:rPr>
              <a:t>est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sollicitudin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euismod</a:t>
            </a:r>
            <a:r>
              <a:rPr lang="en-US" sz="1000" dirty="0">
                <a:solidFill>
                  <a:schemeClr val="bg1"/>
                </a:solidFill>
              </a:rPr>
              <a:t>. In convallis. </a:t>
            </a:r>
            <a:r>
              <a:rPr lang="en-US" sz="1000" dirty="0" err="1">
                <a:solidFill>
                  <a:schemeClr val="bg1"/>
                </a:solidFill>
              </a:rPr>
              <a:t>Nullam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dapibus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fermentum</a:t>
            </a:r>
            <a:r>
              <a:rPr lang="en-US" sz="1000" dirty="0">
                <a:solidFill>
                  <a:schemeClr val="bg1"/>
                </a:solidFill>
              </a:rPr>
              <a:t> ipsum. </a:t>
            </a:r>
            <a:r>
              <a:rPr lang="en-US" sz="1000" dirty="0" err="1">
                <a:solidFill>
                  <a:schemeClr val="bg1"/>
                </a:solidFill>
              </a:rPr>
              <a:t>Aliquam</a:t>
            </a:r>
            <a:r>
              <a:rPr lang="en-US" sz="1000" dirty="0">
                <a:solidFill>
                  <a:schemeClr val="bg1"/>
                </a:solidFill>
              </a:rPr>
              <a:t> erat </a:t>
            </a:r>
            <a:r>
              <a:rPr lang="en-US" sz="1000" dirty="0" err="1">
                <a:solidFill>
                  <a:schemeClr val="bg1"/>
                </a:solidFill>
              </a:rPr>
              <a:t>volutpat</a:t>
            </a:r>
            <a:r>
              <a:rPr lang="en-US" sz="1000" dirty="0">
                <a:solidFill>
                  <a:schemeClr val="bg1"/>
                </a:solidFill>
              </a:rPr>
              <a:t>. </a:t>
            </a:r>
            <a:r>
              <a:rPr lang="en-US" sz="1000" dirty="0" err="1">
                <a:solidFill>
                  <a:schemeClr val="bg1"/>
                </a:solidFill>
              </a:rPr>
              <a:t>Excepteur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sint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occaecat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cupidatat</a:t>
            </a:r>
            <a:r>
              <a:rPr lang="en-US" sz="1000" dirty="0">
                <a:solidFill>
                  <a:schemeClr val="bg1"/>
                </a:solidFill>
              </a:rPr>
              <a:t> non </a:t>
            </a:r>
            <a:r>
              <a:rPr lang="en-US" sz="1000" dirty="0" err="1">
                <a:solidFill>
                  <a:schemeClr val="bg1"/>
                </a:solidFill>
              </a:rPr>
              <a:t>proident</a:t>
            </a:r>
            <a:r>
              <a:rPr lang="en-US" sz="1000" dirty="0">
                <a:solidFill>
                  <a:schemeClr val="bg1"/>
                </a:solidFill>
              </a:rPr>
              <a:t>, </a:t>
            </a:r>
            <a:r>
              <a:rPr lang="en-US" sz="1000" dirty="0" err="1">
                <a:solidFill>
                  <a:schemeClr val="bg1"/>
                </a:solidFill>
              </a:rPr>
              <a:t>sunt</a:t>
            </a:r>
            <a:r>
              <a:rPr lang="en-US" sz="1000" dirty="0">
                <a:solidFill>
                  <a:schemeClr val="bg1"/>
                </a:solidFill>
              </a:rPr>
              <a:t> in culpa qui </a:t>
            </a:r>
            <a:r>
              <a:rPr lang="en-US" sz="1000" dirty="0" err="1">
                <a:solidFill>
                  <a:schemeClr val="bg1"/>
                </a:solidFill>
              </a:rPr>
              <a:t>officia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deserunt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mollit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anim</a:t>
            </a:r>
            <a:r>
              <a:rPr lang="en-US" sz="1000" dirty="0">
                <a:solidFill>
                  <a:schemeClr val="bg1"/>
                </a:solidFill>
              </a:rPr>
              <a:t> id </a:t>
            </a:r>
            <a:r>
              <a:rPr lang="en-US" sz="1000" dirty="0" err="1">
                <a:solidFill>
                  <a:schemeClr val="bg1"/>
                </a:solidFill>
              </a:rPr>
              <a:t>est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laborum</a:t>
            </a:r>
            <a:r>
              <a:rPr lang="en-US" sz="1000" dirty="0">
                <a:solidFill>
                  <a:schemeClr val="bg1"/>
                </a:solidFill>
              </a:rPr>
              <a:t>. </a:t>
            </a:r>
            <a:r>
              <a:rPr lang="en-US" sz="1000" dirty="0" err="1">
                <a:solidFill>
                  <a:schemeClr val="bg1"/>
                </a:solidFill>
              </a:rPr>
              <a:t>Vestibulum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fermentum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tortor</a:t>
            </a:r>
            <a:r>
              <a:rPr lang="en-US" sz="1000" dirty="0">
                <a:solidFill>
                  <a:schemeClr val="bg1"/>
                </a:solidFill>
              </a:rPr>
              <a:t> id mi. </a:t>
            </a:r>
          </a:p>
        </p:txBody>
      </p:sp>
      <p:pic>
        <p:nvPicPr>
          <p:cNvPr id="31" name="Picture Placeholder 30" descr="A picture containing sky, outdoor, day&#10;&#10;Description automatically generated">
            <a:extLst>
              <a:ext uri="{FF2B5EF4-FFF2-40B4-BE49-F238E27FC236}">
                <a16:creationId xmlns:a16="http://schemas.microsoft.com/office/drawing/2014/main" id="{D2A24431-2B95-8E29-97E5-059984B56A6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3D6A5AF-15C0-0B5F-9307-5BF4123922BD}"/>
              </a:ext>
            </a:extLst>
          </p:cNvPr>
          <p:cNvGrpSpPr/>
          <p:nvPr/>
        </p:nvGrpSpPr>
        <p:grpSpPr>
          <a:xfrm>
            <a:off x="7452157" y="5122534"/>
            <a:ext cx="280228" cy="281958"/>
            <a:chOff x="2163763" y="-1266825"/>
            <a:chExt cx="1028700" cy="1035050"/>
          </a:xfrm>
          <a:solidFill>
            <a:schemeClr val="bg1">
              <a:lumMod val="95000"/>
            </a:schemeClr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4AF8A880-2ADD-97D8-AC18-B6CD50E621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3763" y="-1266825"/>
              <a:ext cx="1028700" cy="1035050"/>
            </a:xfrm>
            <a:custGeom>
              <a:avLst/>
              <a:gdLst>
                <a:gd name="T0" fmla="*/ 198 w 396"/>
                <a:gd name="T1" fmla="*/ 0 h 396"/>
                <a:gd name="T2" fmla="*/ 338 w 396"/>
                <a:gd name="T3" fmla="*/ 58 h 396"/>
                <a:gd name="T4" fmla="*/ 396 w 396"/>
                <a:gd name="T5" fmla="*/ 198 h 396"/>
                <a:gd name="T6" fmla="*/ 338 w 396"/>
                <a:gd name="T7" fmla="*/ 338 h 396"/>
                <a:gd name="T8" fmla="*/ 198 w 396"/>
                <a:gd name="T9" fmla="*/ 396 h 396"/>
                <a:gd name="T10" fmla="*/ 58 w 396"/>
                <a:gd name="T11" fmla="*/ 338 h 396"/>
                <a:gd name="T12" fmla="*/ 0 w 396"/>
                <a:gd name="T13" fmla="*/ 198 h 396"/>
                <a:gd name="T14" fmla="*/ 58 w 396"/>
                <a:gd name="T15" fmla="*/ 58 h 396"/>
                <a:gd name="T16" fmla="*/ 198 w 396"/>
                <a:gd name="T17" fmla="*/ 0 h 396"/>
                <a:gd name="T18" fmla="*/ 327 w 396"/>
                <a:gd name="T19" fmla="*/ 69 h 396"/>
                <a:gd name="T20" fmla="*/ 198 w 396"/>
                <a:gd name="T21" fmla="*/ 15 h 396"/>
                <a:gd name="T22" fmla="*/ 69 w 396"/>
                <a:gd name="T23" fmla="*/ 69 h 396"/>
                <a:gd name="T24" fmla="*/ 15 w 396"/>
                <a:gd name="T25" fmla="*/ 198 h 396"/>
                <a:gd name="T26" fmla="*/ 69 w 396"/>
                <a:gd name="T27" fmla="*/ 327 h 396"/>
                <a:gd name="T28" fmla="*/ 198 w 396"/>
                <a:gd name="T29" fmla="*/ 380 h 396"/>
                <a:gd name="T30" fmla="*/ 327 w 396"/>
                <a:gd name="T31" fmla="*/ 327 h 396"/>
                <a:gd name="T32" fmla="*/ 380 w 396"/>
                <a:gd name="T33" fmla="*/ 198 h 396"/>
                <a:gd name="T34" fmla="*/ 327 w 396"/>
                <a:gd name="T35" fmla="*/ 6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0FBCDCAB-47C1-6DDA-748E-C773F405C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-1014413"/>
              <a:ext cx="246063" cy="528638"/>
            </a:xfrm>
            <a:custGeom>
              <a:avLst/>
              <a:gdLst>
                <a:gd name="T0" fmla="*/ 63 w 95"/>
                <a:gd name="T1" fmla="*/ 60 h 202"/>
                <a:gd name="T2" fmla="*/ 63 w 95"/>
                <a:gd name="T3" fmla="*/ 44 h 202"/>
                <a:gd name="T4" fmla="*/ 72 w 95"/>
                <a:gd name="T5" fmla="*/ 34 h 202"/>
                <a:gd name="T6" fmla="*/ 94 w 95"/>
                <a:gd name="T7" fmla="*/ 34 h 202"/>
                <a:gd name="T8" fmla="*/ 94 w 95"/>
                <a:gd name="T9" fmla="*/ 0 h 202"/>
                <a:gd name="T10" fmla="*/ 63 w 95"/>
                <a:gd name="T11" fmla="*/ 0 h 202"/>
                <a:gd name="T12" fmla="*/ 21 w 95"/>
                <a:gd name="T13" fmla="*/ 42 h 202"/>
                <a:gd name="T14" fmla="*/ 21 w 95"/>
                <a:gd name="T15" fmla="*/ 60 h 202"/>
                <a:gd name="T16" fmla="*/ 0 w 95"/>
                <a:gd name="T17" fmla="*/ 60 h 202"/>
                <a:gd name="T18" fmla="*/ 0 w 95"/>
                <a:gd name="T19" fmla="*/ 85 h 202"/>
                <a:gd name="T20" fmla="*/ 0 w 95"/>
                <a:gd name="T21" fmla="*/ 101 h 202"/>
                <a:gd name="T22" fmla="*/ 21 w 95"/>
                <a:gd name="T23" fmla="*/ 101 h 202"/>
                <a:gd name="T24" fmla="*/ 21 w 95"/>
                <a:gd name="T25" fmla="*/ 202 h 202"/>
                <a:gd name="T26" fmla="*/ 61 w 95"/>
                <a:gd name="T27" fmla="*/ 202 h 202"/>
                <a:gd name="T28" fmla="*/ 61 w 95"/>
                <a:gd name="T29" fmla="*/ 101 h 202"/>
                <a:gd name="T30" fmla="*/ 91 w 95"/>
                <a:gd name="T31" fmla="*/ 101 h 202"/>
                <a:gd name="T32" fmla="*/ 92 w 95"/>
                <a:gd name="T33" fmla="*/ 85 h 202"/>
                <a:gd name="T34" fmla="*/ 95 w 95"/>
                <a:gd name="T35" fmla="*/ 60 h 202"/>
                <a:gd name="T36" fmla="*/ 63 w 95"/>
                <a:gd name="T37" fmla="*/ 6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202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1D8CA6-9AB0-DEF7-3B7D-186DB2EFCC4B}"/>
              </a:ext>
            </a:extLst>
          </p:cNvPr>
          <p:cNvGrpSpPr/>
          <p:nvPr/>
        </p:nvGrpSpPr>
        <p:grpSpPr>
          <a:xfrm>
            <a:off x="7452157" y="5478588"/>
            <a:ext cx="279796" cy="281958"/>
            <a:chOff x="3470276" y="-1266825"/>
            <a:chExt cx="1027113" cy="1035050"/>
          </a:xfrm>
          <a:solidFill>
            <a:schemeClr val="bg1">
              <a:lumMod val="95000"/>
            </a:schemeClr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5578C5B-2A71-C774-25F5-D41E567EFA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70276" y="-1266825"/>
              <a:ext cx="1027113" cy="1035050"/>
            </a:xfrm>
            <a:custGeom>
              <a:avLst/>
              <a:gdLst>
                <a:gd name="T0" fmla="*/ 198 w 396"/>
                <a:gd name="T1" fmla="*/ 0 h 396"/>
                <a:gd name="T2" fmla="*/ 338 w 396"/>
                <a:gd name="T3" fmla="*/ 58 h 396"/>
                <a:gd name="T4" fmla="*/ 396 w 396"/>
                <a:gd name="T5" fmla="*/ 198 h 396"/>
                <a:gd name="T6" fmla="*/ 338 w 396"/>
                <a:gd name="T7" fmla="*/ 338 h 396"/>
                <a:gd name="T8" fmla="*/ 198 w 396"/>
                <a:gd name="T9" fmla="*/ 396 h 396"/>
                <a:gd name="T10" fmla="*/ 58 w 396"/>
                <a:gd name="T11" fmla="*/ 338 h 396"/>
                <a:gd name="T12" fmla="*/ 0 w 396"/>
                <a:gd name="T13" fmla="*/ 198 h 396"/>
                <a:gd name="T14" fmla="*/ 58 w 396"/>
                <a:gd name="T15" fmla="*/ 58 h 396"/>
                <a:gd name="T16" fmla="*/ 198 w 396"/>
                <a:gd name="T17" fmla="*/ 0 h 396"/>
                <a:gd name="T18" fmla="*/ 328 w 396"/>
                <a:gd name="T19" fmla="*/ 69 h 396"/>
                <a:gd name="T20" fmla="*/ 198 w 396"/>
                <a:gd name="T21" fmla="*/ 15 h 396"/>
                <a:gd name="T22" fmla="*/ 69 w 396"/>
                <a:gd name="T23" fmla="*/ 69 h 396"/>
                <a:gd name="T24" fmla="*/ 16 w 396"/>
                <a:gd name="T25" fmla="*/ 198 h 396"/>
                <a:gd name="T26" fmla="*/ 69 w 396"/>
                <a:gd name="T27" fmla="*/ 327 h 396"/>
                <a:gd name="T28" fmla="*/ 198 w 396"/>
                <a:gd name="T29" fmla="*/ 380 h 396"/>
                <a:gd name="T30" fmla="*/ 328 w 396"/>
                <a:gd name="T31" fmla="*/ 327 h 396"/>
                <a:gd name="T32" fmla="*/ 381 w 396"/>
                <a:gd name="T33" fmla="*/ 198 h 396"/>
                <a:gd name="T34" fmla="*/ 328 w 396"/>
                <a:gd name="T35" fmla="*/ 6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F6041DDD-371F-F315-E75D-BC93BF2742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7451" y="-1011238"/>
              <a:ext cx="515938" cy="520700"/>
            </a:xfrm>
            <a:custGeom>
              <a:avLst/>
              <a:gdLst>
                <a:gd name="T0" fmla="*/ 49 w 199"/>
                <a:gd name="T1" fmla="*/ 100 h 199"/>
                <a:gd name="T2" fmla="*/ 99 w 199"/>
                <a:gd name="T3" fmla="*/ 49 h 199"/>
                <a:gd name="T4" fmla="*/ 150 w 199"/>
                <a:gd name="T5" fmla="*/ 100 h 199"/>
                <a:gd name="T6" fmla="*/ 99 w 199"/>
                <a:gd name="T7" fmla="*/ 150 h 199"/>
                <a:gd name="T8" fmla="*/ 49 w 199"/>
                <a:gd name="T9" fmla="*/ 100 h 199"/>
                <a:gd name="T10" fmla="*/ 152 w 199"/>
                <a:gd name="T11" fmla="*/ 0 h 199"/>
                <a:gd name="T12" fmla="*/ 47 w 199"/>
                <a:gd name="T13" fmla="*/ 0 h 199"/>
                <a:gd name="T14" fmla="*/ 0 w 199"/>
                <a:gd name="T15" fmla="*/ 47 h 199"/>
                <a:gd name="T16" fmla="*/ 0 w 199"/>
                <a:gd name="T17" fmla="*/ 152 h 199"/>
                <a:gd name="T18" fmla="*/ 47 w 199"/>
                <a:gd name="T19" fmla="*/ 199 h 199"/>
                <a:gd name="T20" fmla="*/ 152 w 199"/>
                <a:gd name="T21" fmla="*/ 199 h 199"/>
                <a:gd name="T22" fmla="*/ 199 w 199"/>
                <a:gd name="T23" fmla="*/ 152 h 199"/>
                <a:gd name="T24" fmla="*/ 199 w 199"/>
                <a:gd name="T25" fmla="*/ 47 h 199"/>
                <a:gd name="T26" fmla="*/ 152 w 199"/>
                <a:gd name="T27" fmla="*/ 0 h 199"/>
                <a:gd name="T28" fmla="*/ 47 w 199"/>
                <a:gd name="T29" fmla="*/ 12 h 199"/>
                <a:gd name="T30" fmla="*/ 152 w 199"/>
                <a:gd name="T31" fmla="*/ 12 h 199"/>
                <a:gd name="T32" fmla="*/ 187 w 199"/>
                <a:gd name="T33" fmla="*/ 47 h 199"/>
                <a:gd name="T34" fmla="*/ 187 w 199"/>
                <a:gd name="T35" fmla="*/ 152 h 199"/>
                <a:gd name="T36" fmla="*/ 152 w 199"/>
                <a:gd name="T37" fmla="*/ 187 h 199"/>
                <a:gd name="T38" fmla="*/ 47 w 199"/>
                <a:gd name="T39" fmla="*/ 187 h 199"/>
                <a:gd name="T40" fmla="*/ 12 w 199"/>
                <a:gd name="T41" fmla="*/ 152 h 199"/>
                <a:gd name="T42" fmla="*/ 12 w 199"/>
                <a:gd name="T43" fmla="*/ 47 h 199"/>
                <a:gd name="T44" fmla="*/ 47 w 199"/>
                <a:gd name="T45" fmla="*/ 12 h 199"/>
                <a:gd name="T46" fmla="*/ 162 w 199"/>
                <a:gd name="T47" fmla="*/ 27 h 199"/>
                <a:gd name="T48" fmla="*/ 152 w 199"/>
                <a:gd name="T49" fmla="*/ 37 h 199"/>
                <a:gd name="T50" fmla="*/ 162 w 199"/>
                <a:gd name="T51" fmla="*/ 48 h 199"/>
                <a:gd name="T52" fmla="*/ 173 w 199"/>
                <a:gd name="T53" fmla="*/ 37 h 199"/>
                <a:gd name="T54" fmla="*/ 162 w 199"/>
                <a:gd name="T55" fmla="*/ 27 h 199"/>
                <a:gd name="T56" fmla="*/ 163 w 199"/>
                <a:gd name="T57" fmla="*/ 100 h 199"/>
                <a:gd name="T58" fmla="*/ 99 w 199"/>
                <a:gd name="T59" fmla="*/ 36 h 199"/>
                <a:gd name="T60" fmla="*/ 35 w 199"/>
                <a:gd name="T61" fmla="*/ 100 h 199"/>
                <a:gd name="T62" fmla="*/ 99 w 199"/>
                <a:gd name="T63" fmla="*/ 164 h 199"/>
                <a:gd name="T64" fmla="*/ 163 w 199"/>
                <a:gd name="T65" fmla="*/ 10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99" h="199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8C7C9BB0-4670-886B-08A3-2C4B67C115DA}"/>
              </a:ext>
            </a:extLst>
          </p:cNvPr>
          <p:cNvSpPr>
            <a:spLocks noEditPoints="1"/>
          </p:cNvSpPr>
          <p:nvPr/>
        </p:nvSpPr>
        <p:spPr bwMode="auto">
          <a:xfrm>
            <a:off x="7451098" y="4761807"/>
            <a:ext cx="281959" cy="281958"/>
          </a:xfrm>
          <a:custGeom>
            <a:avLst/>
            <a:gdLst>
              <a:gd name="T0" fmla="*/ 341 w 2328"/>
              <a:gd name="T1" fmla="*/ 341 h 2328"/>
              <a:gd name="T2" fmla="*/ 341 w 2328"/>
              <a:gd name="T3" fmla="*/ 1987 h 2328"/>
              <a:gd name="T4" fmla="*/ 1987 w 2328"/>
              <a:gd name="T5" fmla="*/ 1987 h 2328"/>
              <a:gd name="T6" fmla="*/ 1987 w 2328"/>
              <a:gd name="T7" fmla="*/ 341 h 2328"/>
              <a:gd name="T8" fmla="*/ 2040 w 2328"/>
              <a:gd name="T9" fmla="*/ 637 h 2328"/>
              <a:gd name="T10" fmla="*/ 1640 w 2328"/>
              <a:gd name="T11" fmla="*/ 423 h 2328"/>
              <a:gd name="T12" fmla="*/ 1341 w 2328"/>
              <a:gd name="T13" fmla="*/ 157 h 2328"/>
              <a:gd name="T14" fmla="*/ 2040 w 2328"/>
              <a:gd name="T15" fmla="*/ 637 h 2328"/>
              <a:gd name="T16" fmla="*/ 1700 w 2328"/>
              <a:gd name="T17" fmla="*/ 1672 h 2328"/>
              <a:gd name="T18" fmla="*/ 2185 w 2328"/>
              <a:gd name="T19" fmla="*/ 1199 h 2328"/>
              <a:gd name="T20" fmla="*/ 1204 w 2328"/>
              <a:gd name="T21" fmla="*/ 2185 h 2328"/>
              <a:gd name="T22" fmla="*/ 1200 w 2328"/>
              <a:gd name="T23" fmla="*/ 1935 h 2328"/>
              <a:gd name="T24" fmla="*/ 1552 w 2328"/>
              <a:gd name="T25" fmla="*/ 1787 h 2328"/>
              <a:gd name="T26" fmla="*/ 775 w 2328"/>
              <a:gd name="T27" fmla="*/ 1787 h 2328"/>
              <a:gd name="T28" fmla="*/ 1128 w 2328"/>
              <a:gd name="T29" fmla="*/ 1935 h 2328"/>
              <a:gd name="T30" fmla="*/ 1124 w 2328"/>
              <a:gd name="T31" fmla="*/ 2185 h 2328"/>
              <a:gd name="T32" fmla="*/ 229 w 2328"/>
              <a:gd name="T33" fmla="*/ 751 h 2328"/>
              <a:gd name="T34" fmla="*/ 532 w 2328"/>
              <a:gd name="T35" fmla="*/ 991 h 2328"/>
              <a:gd name="T36" fmla="*/ 143 w 2328"/>
              <a:gd name="T37" fmla="*/ 1129 h 2328"/>
              <a:gd name="T38" fmla="*/ 1124 w 2328"/>
              <a:gd name="T39" fmla="*/ 143 h 2328"/>
              <a:gd name="T40" fmla="*/ 1128 w 2328"/>
              <a:gd name="T41" fmla="*/ 518 h 2328"/>
              <a:gd name="T42" fmla="*/ 1124 w 2328"/>
              <a:gd name="T43" fmla="*/ 143 h 2328"/>
              <a:gd name="T44" fmla="*/ 1478 w 2328"/>
              <a:gd name="T45" fmla="*/ 533 h 2328"/>
              <a:gd name="T46" fmla="*/ 1200 w 2328"/>
              <a:gd name="T47" fmla="*/ 143 h 2328"/>
              <a:gd name="T48" fmla="*/ 1513 w 2328"/>
              <a:gd name="T49" fmla="*/ 478 h 2328"/>
              <a:gd name="T50" fmla="*/ 1467 w 2328"/>
              <a:gd name="T51" fmla="*/ 624 h 2328"/>
              <a:gd name="T52" fmla="*/ 1661 w 2328"/>
              <a:gd name="T53" fmla="*/ 772 h 2328"/>
              <a:gd name="T54" fmla="*/ 1200 w 2328"/>
              <a:gd name="T55" fmla="*/ 1129 h 2328"/>
              <a:gd name="T56" fmla="*/ 1720 w 2328"/>
              <a:gd name="T57" fmla="*/ 598 h 2328"/>
              <a:gd name="T58" fmla="*/ 1560 w 2328"/>
              <a:gd name="T59" fmla="*/ 598 h 2328"/>
              <a:gd name="T60" fmla="*/ 1720 w 2328"/>
              <a:gd name="T61" fmla="*/ 598 h 2328"/>
              <a:gd name="T62" fmla="*/ 1128 w 2328"/>
              <a:gd name="T63" fmla="*/ 1129 h 2328"/>
              <a:gd name="T64" fmla="*/ 611 w 2328"/>
              <a:gd name="T65" fmla="*/ 997 h 2328"/>
              <a:gd name="T66" fmla="*/ 1128 w 2328"/>
              <a:gd name="T67" fmla="*/ 610 h 2328"/>
              <a:gd name="T68" fmla="*/ 560 w 2328"/>
              <a:gd name="T69" fmla="*/ 1244 h 2328"/>
              <a:gd name="T70" fmla="*/ 560 w 2328"/>
              <a:gd name="T71" fmla="*/ 1084 h 2328"/>
              <a:gd name="T72" fmla="*/ 143 w 2328"/>
              <a:gd name="T73" fmla="*/ 1199 h 2328"/>
              <a:gd name="T74" fmla="*/ 532 w 2328"/>
              <a:gd name="T75" fmla="*/ 1337 h 2328"/>
              <a:gd name="T76" fmla="*/ 229 w 2328"/>
              <a:gd name="T77" fmla="*/ 1577 h 2328"/>
              <a:gd name="T78" fmla="*/ 611 w 2328"/>
              <a:gd name="T79" fmla="*/ 1331 h 2328"/>
              <a:gd name="T80" fmla="*/ 1128 w 2328"/>
              <a:gd name="T81" fmla="*/ 1199 h 2328"/>
              <a:gd name="T82" fmla="*/ 996 w 2328"/>
              <a:gd name="T83" fmla="*/ 1713 h 2328"/>
              <a:gd name="T84" fmla="*/ 611 w 2328"/>
              <a:gd name="T85" fmla="*/ 1331 h 2328"/>
              <a:gd name="T86" fmla="*/ 1164 w 2328"/>
              <a:gd name="T87" fmla="*/ 1844 h 2328"/>
              <a:gd name="T88" fmla="*/ 1164 w 2328"/>
              <a:gd name="T89" fmla="*/ 1684 h 2328"/>
              <a:gd name="T90" fmla="*/ 1331 w 2328"/>
              <a:gd name="T91" fmla="*/ 1713 h 2328"/>
              <a:gd name="T92" fmla="*/ 1200 w 2328"/>
              <a:gd name="T93" fmla="*/ 1199 h 2328"/>
              <a:gd name="T94" fmla="*/ 1606 w 2328"/>
              <a:gd name="T95" fmla="*/ 1687 h 2328"/>
              <a:gd name="T96" fmla="*/ 1807 w 2328"/>
              <a:gd name="T97" fmla="*/ 1129 h 2328"/>
              <a:gd name="T98" fmla="*/ 1798 w 2328"/>
              <a:gd name="T99" fmla="*/ 674 h 2328"/>
              <a:gd name="T100" fmla="*/ 2185 w 2328"/>
              <a:gd name="T101" fmla="*/ 1129 h 2328"/>
              <a:gd name="T102" fmla="*/ 441 w 2328"/>
              <a:gd name="T103" fmla="*/ 441 h 2328"/>
              <a:gd name="T104" fmla="*/ 688 w 2328"/>
              <a:gd name="T105" fmla="*/ 534 h 2328"/>
              <a:gd name="T106" fmla="*/ 288 w 2328"/>
              <a:gd name="T107" fmla="*/ 637 h 2328"/>
              <a:gd name="T108" fmla="*/ 288 w 2328"/>
              <a:gd name="T109" fmla="*/ 1690 h 2328"/>
              <a:gd name="T110" fmla="*/ 688 w 2328"/>
              <a:gd name="T111" fmla="*/ 1794 h 2328"/>
              <a:gd name="T112" fmla="*/ 441 w 2328"/>
              <a:gd name="T113" fmla="*/ 1886 h 2328"/>
              <a:gd name="T114" fmla="*/ 1886 w 2328"/>
              <a:gd name="T115" fmla="*/ 1886 h 2328"/>
              <a:gd name="T116" fmla="*/ 1640 w 2328"/>
              <a:gd name="T117" fmla="*/ 1794 h 2328"/>
              <a:gd name="T118" fmla="*/ 2040 w 2328"/>
              <a:gd name="T119" fmla="*/ 1690 h 2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328" h="2328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45D71-8BD3-19DF-D097-2B2489E8ED30}"/>
              </a:ext>
            </a:extLst>
          </p:cNvPr>
          <p:cNvSpPr txBox="1"/>
          <p:nvPr/>
        </p:nvSpPr>
        <p:spPr bwMode="auto">
          <a:xfrm>
            <a:off x="7098434" y="1815919"/>
            <a:ext cx="4706938" cy="707886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59E5FB-568F-4BD6-05D1-CA1C3FF28C2C}"/>
              </a:ext>
            </a:extLst>
          </p:cNvPr>
          <p:cNvSpPr txBox="1"/>
          <p:nvPr/>
        </p:nvSpPr>
        <p:spPr>
          <a:xfrm>
            <a:off x="7223959" y="2622159"/>
            <a:ext cx="4295169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MY" sz="1600" spc="300" dirty="0">
                <a:solidFill>
                  <a:schemeClr val="bg1"/>
                </a:solidFill>
              </a:rPr>
              <a:t>3-Layer RBAC: JWT + IAM + PostgreSQL RLS</a:t>
            </a:r>
          </a:p>
          <a:p>
            <a:pPr algn="ctr"/>
            <a:r>
              <a:rPr lang="en-MY" sz="1600" spc="300" dirty="0">
                <a:solidFill>
                  <a:schemeClr val="bg1"/>
                </a:solidFill>
              </a:rPr>
              <a:t>Complete Audit Trail: CloudTrail + audit_log</a:t>
            </a:r>
          </a:p>
          <a:p>
            <a:pPr algn="ctr"/>
            <a:r>
              <a:rPr lang="en-MY" sz="1600" spc="300" dirty="0">
                <a:solidFill>
                  <a:schemeClr val="bg1"/>
                </a:solidFill>
              </a:rPr>
              <a:t>Rapid Recovery: Terraform RTO &lt; 15 min</a:t>
            </a:r>
          </a:p>
          <a:p>
            <a:pPr algn="ctr"/>
            <a:r>
              <a:rPr lang="en-MY" sz="1600" spc="300" dirty="0">
                <a:solidFill>
                  <a:schemeClr val="bg1"/>
                </a:solidFill>
              </a:rPr>
              <a:t/>
            </a:r>
          </a:p>
          <a:p>
            <a:pPr algn="ctr"/>
            <a:r>
              <a:rPr lang="en-MY" sz="1600" spc="300" dirty="0">
                <a:solidFill>
                  <a:schemeClr val="bg1"/>
                </a:solidFill>
              </a:rPr>
              <a:t>PSM 1: Design complete.</a:t>
            </a:r>
          </a:p>
          <a:p>
            <a:pPr algn="ctr"/>
            <a:r>
              <a:rPr lang="en-MY" sz="1600" spc="300" dirty="0">
                <a:solidFill>
                  <a:schemeClr val="bg1"/>
                </a:solidFill>
              </a:rPr>
              <a:t>PSM 2: Implementation — June to November 2026.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83EC9A-2BD7-77C5-5A48-C563C48F7637}"/>
              </a:ext>
            </a:extLst>
          </p:cNvPr>
          <p:cNvSpPr txBox="1"/>
          <p:nvPr/>
        </p:nvSpPr>
        <p:spPr>
          <a:xfrm>
            <a:off x="7856575" y="5499366"/>
            <a:ext cx="3029941" cy="276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MY" sz="1200" dirty="0">
                <a:solidFill>
                  <a:schemeClr val="bg1"/>
                </a:solidFill>
              </a:rPr>
              <a:t>utmofficial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68D54-9009-F275-9741-6F26AC2FC31F}"/>
              </a:ext>
            </a:extLst>
          </p:cNvPr>
          <p:cNvSpPr txBox="1"/>
          <p:nvPr/>
        </p:nvSpPr>
        <p:spPr>
          <a:xfrm>
            <a:off x="7856574" y="4753494"/>
            <a:ext cx="3029941" cy="276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MY" sz="1200" dirty="0">
                <a:solidFill>
                  <a:schemeClr val="bg1"/>
                </a:solidFill>
              </a:rPr>
              <a:t>utm.my</a:t>
            </a:r>
          </a:p>
        </p:txBody>
      </p:sp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DA37C4DB-FC5B-976C-A0CC-20D567612A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9793" y="540062"/>
            <a:ext cx="1783499" cy="60321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72FD8E4-4F7D-9507-4C87-538EBB7E1081}"/>
              </a:ext>
            </a:extLst>
          </p:cNvPr>
          <p:cNvSpPr txBox="1">
            <a:spLocks/>
          </p:cNvSpPr>
          <p:nvPr/>
        </p:nvSpPr>
        <p:spPr bwMode="auto">
          <a:xfrm>
            <a:off x="6958764" y="6262135"/>
            <a:ext cx="4730605" cy="3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 b="0" i="0" kern="120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9pPr>
          </a:lstStyle>
          <a:p>
            <a:pPr algn="ctr"/>
            <a:r>
              <a:rPr lang="en-GB" sz="1400" dirty="0">
                <a:latin typeface="+mj-lt"/>
                <a:cs typeface="Lato" panose="020F0502020204030203" pitchFamily="34" charset="0"/>
              </a:rPr>
              <a:t>Mohamed Omar  |  SECRH  |  md3alics@gmail.com  |  PSM 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PT custom">
      <a:dk1>
        <a:sysClr val="windowText" lastClr="000000"/>
      </a:dk1>
      <a:lt1>
        <a:sysClr val="window" lastClr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Custom 2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71585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8909</TotalTime>
  <Words>5318</Words>
  <Application>Microsoft Office PowerPoint</Application>
  <PresentationFormat>Widescreen</PresentationFormat>
  <Paragraphs>524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5" baseType="lpstr">
      <vt:lpstr>Arial</vt:lpstr>
      <vt:lpstr>Calibri</vt:lpstr>
      <vt:lpstr>Lato</vt:lpstr>
      <vt:lpstr>Lato Black</vt:lpstr>
      <vt:lpstr>Lato Light</vt:lpstr>
      <vt:lpstr>Montserrat Light</vt:lpstr>
      <vt:lpstr>Montserrat SemiBold</vt:lpstr>
      <vt:lpstr>Open Sans</vt:lpstr>
      <vt:lpstr>Open Sans Semibold</vt:lpstr>
      <vt:lpstr>Open Sans Semibold</vt:lpstr>
      <vt:lpstr>Poppins</vt:lpstr>
      <vt:lpstr>Poppins Medium</vt:lpstr>
      <vt:lpstr>Roboto Black</vt:lpstr>
      <vt:lpstr>Source Sans Pro</vt:lpstr>
      <vt:lpstr>Source Sans Pro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TEXT HERE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PHOTO 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 IDIANA BINTI HAMIDI</dc:creator>
  <cp:lastModifiedBy>NUR AMALINA BINTI HAMIDI</cp:lastModifiedBy>
  <cp:revision>214</cp:revision>
  <dcterms:created xsi:type="dcterms:W3CDTF">2022-06-08T07:39:09Z</dcterms:created>
  <dcterms:modified xsi:type="dcterms:W3CDTF">2023-02-12T05:19:32Z</dcterms:modified>
</cp:coreProperties>
</file>